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3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18A0AA-F937-4846-84E0-0E37A813D777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MX"/>
        </a:p>
      </dgm:t>
    </dgm:pt>
    <dgm:pt modelId="{BFCDAC46-2C68-4385-B22F-F7B8FFDA34C7}">
      <dgm:prSet custT="1"/>
      <dgm:spPr/>
      <dgm:t>
        <a:bodyPr/>
        <a:lstStyle/>
        <a:p>
          <a:r>
            <a:rPr lang="es-MX" sz="1400" b="1" dirty="0"/>
            <a:t>Fundamentos de métricas y configuración de campañas digitales.</a:t>
          </a:r>
          <a:endParaRPr lang="es-MX" sz="1400" dirty="0"/>
        </a:p>
      </dgm:t>
    </dgm:pt>
    <dgm:pt modelId="{41D83684-9ADB-4E8A-9022-94501C64FB05}" type="parTrans" cxnId="{85F3AE7A-C0C8-497C-80BF-6829ACD31725}">
      <dgm:prSet/>
      <dgm:spPr/>
      <dgm:t>
        <a:bodyPr/>
        <a:lstStyle/>
        <a:p>
          <a:endParaRPr lang="es-MX"/>
        </a:p>
      </dgm:t>
    </dgm:pt>
    <dgm:pt modelId="{8C389414-5199-48EC-AB19-B57A33273FA7}" type="sibTrans" cxnId="{85F3AE7A-C0C8-497C-80BF-6829ACD31725}">
      <dgm:prSet/>
      <dgm:spPr/>
      <dgm:t>
        <a:bodyPr/>
        <a:lstStyle/>
        <a:p>
          <a:endParaRPr lang="es-MX"/>
        </a:p>
      </dgm:t>
    </dgm:pt>
    <dgm:pt modelId="{0F5CF454-927D-45B4-952B-3CD8C8B743AE}">
      <dgm:prSet/>
      <dgm:spPr/>
      <dgm:t>
        <a:bodyPr/>
        <a:lstStyle/>
        <a:p>
          <a:r>
            <a:rPr lang="es-MX" b="1" i="1" dirty="0"/>
            <a:t>Marketing</a:t>
          </a:r>
          <a:r>
            <a:rPr lang="es-MX" b="1" dirty="0"/>
            <a:t> digital</a:t>
          </a:r>
          <a:endParaRPr lang="es-MX" dirty="0"/>
        </a:p>
      </dgm:t>
    </dgm:pt>
    <dgm:pt modelId="{655EA0E9-988B-47C3-9D7A-69B4360C3D36}" type="parTrans" cxnId="{8A28A763-A2CA-4967-8633-D423BF3298B6}">
      <dgm:prSet/>
      <dgm:spPr/>
      <dgm:t>
        <a:bodyPr/>
        <a:lstStyle/>
        <a:p>
          <a:endParaRPr lang="es-MX"/>
        </a:p>
      </dgm:t>
    </dgm:pt>
    <dgm:pt modelId="{52263FCA-2C99-4B9F-BF63-AEB3E1DAC3EB}" type="sibTrans" cxnId="{8A28A763-A2CA-4967-8633-D423BF3298B6}">
      <dgm:prSet/>
      <dgm:spPr/>
      <dgm:t>
        <a:bodyPr/>
        <a:lstStyle/>
        <a:p>
          <a:endParaRPr lang="es-MX"/>
        </a:p>
      </dgm:t>
    </dgm:pt>
    <dgm:pt modelId="{99E078DF-6261-41D9-AA72-4B6C0160DE5F}">
      <dgm:prSet/>
      <dgm:spPr/>
      <dgm:t>
        <a:bodyPr/>
        <a:lstStyle/>
        <a:p>
          <a:r>
            <a:rPr lang="es-MX"/>
            <a:t>Redes sociales.</a:t>
          </a:r>
        </a:p>
      </dgm:t>
    </dgm:pt>
    <dgm:pt modelId="{4CC26775-B16D-4D79-9C9B-EAC830DDF225}" type="parTrans" cxnId="{DAA3E18E-437C-4ED7-B8F6-41EA9A4366C6}">
      <dgm:prSet/>
      <dgm:spPr/>
      <dgm:t>
        <a:bodyPr/>
        <a:lstStyle/>
        <a:p>
          <a:endParaRPr lang="es-MX"/>
        </a:p>
      </dgm:t>
    </dgm:pt>
    <dgm:pt modelId="{621CDC4B-02FC-4C8F-A7DA-0B35732F0E30}" type="sibTrans" cxnId="{DAA3E18E-437C-4ED7-B8F6-41EA9A4366C6}">
      <dgm:prSet/>
      <dgm:spPr/>
      <dgm:t>
        <a:bodyPr/>
        <a:lstStyle/>
        <a:p>
          <a:endParaRPr lang="es-MX"/>
        </a:p>
      </dgm:t>
    </dgm:pt>
    <dgm:pt modelId="{3E6BCA18-DFF7-41CF-9DBF-EDCAEFFB3082}">
      <dgm:prSet/>
      <dgm:spPr/>
      <dgm:t>
        <a:bodyPr/>
        <a:lstStyle/>
        <a:p>
          <a:r>
            <a:rPr lang="es-MX"/>
            <a:t>Contenido digital.</a:t>
          </a:r>
        </a:p>
      </dgm:t>
    </dgm:pt>
    <dgm:pt modelId="{BBE8CA4C-2C8F-445B-B5F3-77BBE6E28DA6}" type="parTrans" cxnId="{8715F32C-1D0D-4027-95BD-BA7DCDEABB34}">
      <dgm:prSet/>
      <dgm:spPr/>
      <dgm:t>
        <a:bodyPr/>
        <a:lstStyle/>
        <a:p>
          <a:endParaRPr lang="es-MX"/>
        </a:p>
      </dgm:t>
    </dgm:pt>
    <dgm:pt modelId="{9CBE6A58-9486-4F60-A3DF-65F351918A1B}" type="sibTrans" cxnId="{8715F32C-1D0D-4027-95BD-BA7DCDEABB34}">
      <dgm:prSet/>
      <dgm:spPr/>
      <dgm:t>
        <a:bodyPr/>
        <a:lstStyle/>
        <a:p>
          <a:endParaRPr lang="es-MX"/>
        </a:p>
      </dgm:t>
    </dgm:pt>
    <dgm:pt modelId="{66D8E9BC-E71E-4957-82A5-DAB679A5DB02}">
      <dgm:prSet/>
      <dgm:spPr/>
      <dgm:t>
        <a:bodyPr/>
        <a:lstStyle/>
        <a:p>
          <a:r>
            <a:rPr lang="es-MX"/>
            <a:t>Publicidad digital</a:t>
          </a:r>
        </a:p>
      </dgm:t>
    </dgm:pt>
    <dgm:pt modelId="{2D732B7C-31EE-4E83-86AF-09C96254F0D9}" type="parTrans" cxnId="{98D1558A-4083-4269-B04D-38DE19147735}">
      <dgm:prSet/>
      <dgm:spPr/>
      <dgm:t>
        <a:bodyPr/>
        <a:lstStyle/>
        <a:p>
          <a:endParaRPr lang="es-MX"/>
        </a:p>
      </dgm:t>
    </dgm:pt>
    <dgm:pt modelId="{A5CA3169-4796-46AF-A883-AF0C4D4CB4FD}" type="sibTrans" cxnId="{98D1558A-4083-4269-B04D-38DE19147735}">
      <dgm:prSet/>
      <dgm:spPr/>
      <dgm:t>
        <a:bodyPr/>
        <a:lstStyle/>
        <a:p>
          <a:endParaRPr lang="es-MX"/>
        </a:p>
      </dgm:t>
    </dgm:pt>
    <dgm:pt modelId="{EAC51B4C-F909-4DEA-AAAA-85F57501AFF9}">
      <dgm:prSet/>
      <dgm:spPr/>
      <dgm:t>
        <a:bodyPr/>
        <a:lstStyle/>
        <a:p>
          <a:r>
            <a:rPr lang="es-MX"/>
            <a:t>Atracción de usuarios </a:t>
          </a:r>
        </a:p>
      </dgm:t>
    </dgm:pt>
    <dgm:pt modelId="{8BA59803-9CF4-4BF5-A6A2-D0DC40CC0C2E}" type="parTrans" cxnId="{E635768E-8F3E-48FD-9EA5-B41B455087A3}">
      <dgm:prSet/>
      <dgm:spPr/>
      <dgm:t>
        <a:bodyPr/>
        <a:lstStyle/>
        <a:p>
          <a:endParaRPr lang="es-MX"/>
        </a:p>
      </dgm:t>
    </dgm:pt>
    <dgm:pt modelId="{67DEC45E-6EFB-48F3-AF5C-8DAAF3BDA9BD}" type="sibTrans" cxnId="{E635768E-8F3E-48FD-9EA5-B41B455087A3}">
      <dgm:prSet/>
      <dgm:spPr/>
      <dgm:t>
        <a:bodyPr/>
        <a:lstStyle/>
        <a:p>
          <a:endParaRPr lang="es-MX"/>
        </a:p>
      </dgm:t>
    </dgm:pt>
    <dgm:pt modelId="{56E7038C-6F29-484D-BDA5-7E44EC91E954}">
      <dgm:prSet/>
      <dgm:spPr/>
      <dgm:t>
        <a:bodyPr/>
        <a:lstStyle/>
        <a:p>
          <a:r>
            <a:rPr lang="es-MX"/>
            <a:t>Conversión</a:t>
          </a:r>
        </a:p>
      </dgm:t>
    </dgm:pt>
    <dgm:pt modelId="{B56C276F-4CC8-4312-A214-0EDBC9926154}" type="parTrans" cxnId="{BCF3E147-A0D7-46DE-BBA6-4A27C5BEEB37}">
      <dgm:prSet/>
      <dgm:spPr/>
      <dgm:t>
        <a:bodyPr/>
        <a:lstStyle/>
        <a:p>
          <a:endParaRPr lang="es-MX"/>
        </a:p>
      </dgm:t>
    </dgm:pt>
    <dgm:pt modelId="{3E447872-B008-4A56-B578-8C87963F2535}" type="sibTrans" cxnId="{BCF3E147-A0D7-46DE-BBA6-4A27C5BEEB37}">
      <dgm:prSet/>
      <dgm:spPr/>
      <dgm:t>
        <a:bodyPr/>
        <a:lstStyle/>
        <a:p>
          <a:endParaRPr lang="es-MX"/>
        </a:p>
      </dgm:t>
    </dgm:pt>
    <dgm:pt modelId="{2BD2BBF4-AE4B-48FE-96D0-ADE1131449DD}">
      <dgm:prSet/>
      <dgm:spPr/>
      <dgm:t>
        <a:bodyPr/>
        <a:lstStyle/>
        <a:p>
          <a:r>
            <a:rPr lang="es-MX"/>
            <a:t>Fidelización</a:t>
          </a:r>
        </a:p>
      </dgm:t>
    </dgm:pt>
    <dgm:pt modelId="{4D60C0AB-A1CC-4B40-B041-8EC3B23EB1A8}" type="parTrans" cxnId="{9CB9888C-4E95-43AF-8C35-456B4CECD51B}">
      <dgm:prSet/>
      <dgm:spPr/>
      <dgm:t>
        <a:bodyPr/>
        <a:lstStyle/>
        <a:p>
          <a:endParaRPr lang="es-MX"/>
        </a:p>
      </dgm:t>
    </dgm:pt>
    <dgm:pt modelId="{6C552DDF-4F07-4FA0-81FC-1A0CD5564191}" type="sibTrans" cxnId="{9CB9888C-4E95-43AF-8C35-456B4CECD51B}">
      <dgm:prSet/>
      <dgm:spPr/>
      <dgm:t>
        <a:bodyPr/>
        <a:lstStyle/>
        <a:p>
          <a:endParaRPr lang="es-MX"/>
        </a:p>
      </dgm:t>
    </dgm:pt>
    <dgm:pt modelId="{280D4CE6-815C-4092-BDBC-3A5904CB4785}">
      <dgm:prSet/>
      <dgm:spPr/>
      <dgm:t>
        <a:bodyPr/>
        <a:lstStyle/>
        <a:p>
          <a:r>
            <a:rPr lang="es-MX" b="1"/>
            <a:t>Herramientas analíticas</a:t>
          </a:r>
          <a:endParaRPr lang="es-MX"/>
        </a:p>
      </dgm:t>
    </dgm:pt>
    <dgm:pt modelId="{480C031B-A93F-477A-9662-9C720FCE862C}" type="parTrans" cxnId="{64FF8FBC-0941-4153-9F48-A92B49C88721}">
      <dgm:prSet/>
      <dgm:spPr/>
      <dgm:t>
        <a:bodyPr/>
        <a:lstStyle/>
        <a:p>
          <a:endParaRPr lang="es-MX"/>
        </a:p>
      </dgm:t>
    </dgm:pt>
    <dgm:pt modelId="{7FAB3609-A1BE-4920-A722-F1796FF83C20}" type="sibTrans" cxnId="{64FF8FBC-0941-4153-9F48-A92B49C88721}">
      <dgm:prSet/>
      <dgm:spPr/>
      <dgm:t>
        <a:bodyPr/>
        <a:lstStyle/>
        <a:p>
          <a:endParaRPr lang="es-MX"/>
        </a:p>
      </dgm:t>
    </dgm:pt>
    <dgm:pt modelId="{DD47F614-2906-4AEF-8E14-FC9675EECDA8}">
      <dgm:prSet/>
      <dgm:spPr/>
      <dgm:t>
        <a:bodyPr/>
        <a:lstStyle/>
        <a:p>
          <a:r>
            <a:rPr lang="es-MX"/>
            <a:t>Plataformas para analizar datos. </a:t>
          </a:r>
        </a:p>
      </dgm:t>
    </dgm:pt>
    <dgm:pt modelId="{4C5F42A4-97DE-49B8-A0A7-A4B2F35808F8}" type="parTrans" cxnId="{56BF1174-574A-415A-B279-11651AD1CCF3}">
      <dgm:prSet/>
      <dgm:spPr/>
      <dgm:t>
        <a:bodyPr/>
        <a:lstStyle/>
        <a:p>
          <a:endParaRPr lang="es-MX"/>
        </a:p>
      </dgm:t>
    </dgm:pt>
    <dgm:pt modelId="{0C5C0C91-C1A5-41A3-96E9-78DC108CD645}" type="sibTrans" cxnId="{56BF1174-574A-415A-B279-11651AD1CCF3}">
      <dgm:prSet/>
      <dgm:spPr/>
      <dgm:t>
        <a:bodyPr/>
        <a:lstStyle/>
        <a:p>
          <a:endParaRPr lang="es-MX"/>
        </a:p>
      </dgm:t>
    </dgm:pt>
    <dgm:pt modelId="{15AD0018-0547-433C-BF8D-0E611D048F6D}">
      <dgm:prSet/>
      <dgm:spPr/>
      <dgm:t>
        <a:bodyPr/>
        <a:lstStyle/>
        <a:p>
          <a:r>
            <a:rPr lang="es-MX" dirty="0"/>
            <a:t>Plataformas para visualizar datos. </a:t>
          </a:r>
        </a:p>
      </dgm:t>
    </dgm:pt>
    <dgm:pt modelId="{BF69D9C1-F178-48F7-9046-8A71DB05B12C}" type="parTrans" cxnId="{8128F0A3-B820-4B23-83F8-DF721C09DAB0}">
      <dgm:prSet/>
      <dgm:spPr/>
      <dgm:t>
        <a:bodyPr/>
        <a:lstStyle/>
        <a:p>
          <a:endParaRPr lang="es-MX"/>
        </a:p>
      </dgm:t>
    </dgm:pt>
    <dgm:pt modelId="{36E8B4FB-BAC5-4C2D-8F69-C4A7911CA275}" type="sibTrans" cxnId="{8128F0A3-B820-4B23-83F8-DF721C09DAB0}">
      <dgm:prSet/>
      <dgm:spPr/>
      <dgm:t>
        <a:bodyPr/>
        <a:lstStyle/>
        <a:p>
          <a:endParaRPr lang="es-MX"/>
        </a:p>
      </dgm:t>
    </dgm:pt>
    <dgm:pt modelId="{08BCBC13-89A1-45F6-8268-1A8391E4C76A}">
      <dgm:prSet/>
      <dgm:spPr/>
      <dgm:t>
        <a:bodyPr/>
        <a:lstStyle/>
        <a:p>
          <a:r>
            <a:rPr lang="es-MX" dirty="0"/>
            <a:t>Meta</a:t>
          </a:r>
        </a:p>
      </dgm:t>
    </dgm:pt>
    <dgm:pt modelId="{757C94CE-A128-4951-B08A-E3FAB3D3D6A0}" type="parTrans" cxnId="{1EFB63B9-4C77-4C19-9D36-96823ED249C1}">
      <dgm:prSet/>
      <dgm:spPr/>
      <dgm:t>
        <a:bodyPr/>
        <a:lstStyle/>
        <a:p>
          <a:endParaRPr lang="es-MX"/>
        </a:p>
      </dgm:t>
    </dgm:pt>
    <dgm:pt modelId="{6F21C74A-E94A-48A9-90BC-CFCF08ADC2A1}" type="sibTrans" cxnId="{1EFB63B9-4C77-4C19-9D36-96823ED249C1}">
      <dgm:prSet/>
      <dgm:spPr/>
      <dgm:t>
        <a:bodyPr/>
        <a:lstStyle/>
        <a:p>
          <a:endParaRPr lang="es-MX"/>
        </a:p>
      </dgm:t>
    </dgm:pt>
    <dgm:pt modelId="{66177C60-2489-4E99-9FD6-5138BC6255F9}">
      <dgm:prSet/>
      <dgm:spPr/>
      <dgm:t>
        <a:bodyPr/>
        <a:lstStyle/>
        <a:p>
          <a:r>
            <a:rPr lang="es-MX" dirty="0"/>
            <a:t>Instagram</a:t>
          </a:r>
        </a:p>
      </dgm:t>
    </dgm:pt>
    <dgm:pt modelId="{DF31C888-D1EB-485B-8172-4D58C9199EF9}" type="parTrans" cxnId="{569F3612-C165-4F8F-98D3-4ED9BEA3BB16}">
      <dgm:prSet/>
      <dgm:spPr/>
      <dgm:t>
        <a:bodyPr/>
        <a:lstStyle/>
        <a:p>
          <a:endParaRPr lang="es-MX"/>
        </a:p>
      </dgm:t>
    </dgm:pt>
    <dgm:pt modelId="{BAB2E11E-C0CA-4AEA-BF83-BF470FAC2A40}" type="sibTrans" cxnId="{569F3612-C165-4F8F-98D3-4ED9BEA3BB16}">
      <dgm:prSet/>
      <dgm:spPr/>
      <dgm:t>
        <a:bodyPr/>
        <a:lstStyle/>
        <a:p>
          <a:endParaRPr lang="es-MX"/>
        </a:p>
      </dgm:t>
    </dgm:pt>
    <dgm:pt modelId="{0798EEB8-F3FC-4A20-87E6-F5C7AC412C8D}">
      <dgm:prSet/>
      <dgm:spPr/>
      <dgm:t>
        <a:bodyPr/>
        <a:lstStyle/>
        <a:p>
          <a:r>
            <a:rPr lang="es-MX" dirty="0"/>
            <a:t>TikTok</a:t>
          </a:r>
        </a:p>
      </dgm:t>
    </dgm:pt>
    <dgm:pt modelId="{E55E6E7F-AC68-4E9D-9A36-E6B8A8F8A87E}" type="parTrans" cxnId="{7261A62E-A6D7-4B47-B405-B4F76A48B8F9}">
      <dgm:prSet/>
      <dgm:spPr/>
      <dgm:t>
        <a:bodyPr/>
        <a:lstStyle/>
        <a:p>
          <a:endParaRPr lang="es-MX"/>
        </a:p>
      </dgm:t>
    </dgm:pt>
    <dgm:pt modelId="{59FC97AD-06D6-4932-A3FD-EBDCB242BBD5}" type="sibTrans" cxnId="{7261A62E-A6D7-4B47-B405-B4F76A48B8F9}">
      <dgm:prSet/>
      <dgm:spPr/>
      <dgm:t>
        <a:bodyPr/>
        <a:lstStyle/>
        <a:p>
          <a:endParaRPr lang="es-MX"/>
        </a:p>
      </dgm:t>
    </dgm:pt>
    <dgm:pt modelId="{2670BB65-D511-4877-BDAB-7435331DC7EF}">
      <dgm:prSet/>
      <dgm:spPr/>
      <dgm:t>
        <a:bodyPr/>
        <a:lstStyle/>
        <a:p>
          <a:r>
            <a:rPr lang="es-MX" dirty="0"/>
            <a:t>YouTube</a:t>
          </a:r>
        </a:p>
      </dgm:t>
    </dgm:pt>
    <dgm:pt modelId="{CB20F947-43EA-4912-B478-21A38EC8D920}" type="parTrans" cxnId="{D21B4C41-B9AB-4964-9F29-AFEA130339CE}">
      <dgm:prSet/>
      <dgm:spPr/>
      <dgm:t>
        <a:bodyPr/>
        <a:lstStyle/>
        <a:p>
          <a:endParaRPr lang="es-MX"/>
        </a:p>
      </dgm:t>
    </dgm:pt>
    <dgm:pt modelId="{F48AE09E-4141-4023-A0F3-D821F6AD7540}" type="sibTrans" cxnId="{D21B4C41-B9AB-4964-9F29-AFEA130339CE}">
      <dgm:prSet/>
      <dgm:spPr/>
      <dgm:t>
        <a:bodyPr/>
        <a:lstStyle/>
        <a:p>
          <a:endParaRPr lang="es-MX"/>
        </a:p>
      </dgm:t>
    </dgm:pt>
    <dgm:pt modelId="{130939D8-FF9D-4C62-BBF5-5CC441F3267A}">
      <dgm:prSet/>
      <dgm:spPr/>
      <dgm:t>
        <a:bodyPr/>
        <a:lstStyle/>
        <a:p>
          <a:r>
            <a:rPr lang="es-MX" b="1" dirty="0"/>
            <a:t>Audiencias digitales</a:t>
          </a:r>
          <a:endParaRPr lang="es-MX" dirty="0"/>
        </a:p>
      </dgm:t>
    </dgm:pt>
    <dgm:pt modelId="{E61E06BF-83E3-4907-8704-2C55A184E948}" type="parTrans" cxnId="{8AD9AC8C-9AA0-41F7-9F82-10D4C2D9375B}">
      <dgm:prSet/>
      <dgm:spPr/>
      <dgm:t>
        <a:bodyPr/>
        <a:lstStyle/>
        <a:p>
          <a:endParaRPr lang="es-MX"/>
        </a:p>
      </dgm:t>
    </dgm:pt>
    <dgm:pt modelId="{5458A073-0B7D-4F98-A4A8-4B5BF19FE675}" type="sibTrans" cxnId="{8AD9AC8C-9AA0-41F7-9F82-10D4C2D9375B}">
      <dgm:prSet/>
      <dgm:spPr/>
      <dgm:t>
        <a:bodyPr/>
        <a:lstStyle/>
        <a:p>
          <a:endParaRPr lang="es-MX"/>
        </a:p>
      </dgm:t>
    </dgm:pt>
    <dgm:pt modelId="{E924D03B-610A-4A53-B094-E490DD8D765B}">
      <dgm:prSet/>
      <dgm:spPr/>
      <dgm:t>
        <a:bodyPr/>
        <a:lstStyle/>
        <a:p>
          <a:r>
            <a:rPr lang="es-MX"/>
            <a:t>Tipos de audiencias</a:t>
          </a:r>
        </a:p>
      </dgm:t>
    </dgm:pt>
    <dgm:pt modelId="{37A919C7-203F-4459-95D7-C0F0094EA27A}" type="parTrans" cxnId="{F0F7F276-3921-4B13-B09C-E09D1E6E20A0}">
      <dgm:prSet/>
      <dgm:spPr/>
      <dgm:t>
        <a:bodyPr/>
        <a:lstStyle/>
        <a:p>
          <a:endParaRPr lang="es-MX"/>
        </a:p>
      </dgm:t>
    </dgm:pt>
    <dgm:pt modelId="{3B968CDB-C27C-4AF1-BAFA-E8B964C83E4C}" type="sibTrans" cxnId="{F0F7F276-3921-4B13-B09C-E09D1E6E20A0}">
      <dgm:prSet/>
      <dgm:spPr/>
      <dgm:t>
        <a:bodyPr/>
        <a:lstStyle/>
        <a:p>
          <a:endParaRPr lang="es-MX"/>
        </a:p>
      </dgm:t>
    </dgm:pt>
    <dgm:pt modelId="{7B2A8CF9-C44F-4932-B5DF-CB849FAD6D4A}">
      <dgm:prSet/>
      <dgm:spPr/>
      <dgm:t>
        <a:bodyPr/>
        <a:lstStyle/>
        <a:p>
          <a:r>
            <a:rPr lang="es-MX"/>
            <a:t>Segmentación</a:t>
          </a:r>
        </a:p>
      </dgm:t>
    </dgm:pt>
    <dgm:pt modelId="{70A3C7D1-DECC-4601-9D7F-E2684AFEB4E8}" type="parTrans" cxnId="{59A87FD3-37F6-4703-9A65-A8DE5338719F}">
      <dgm:prSet/>
      <dgm:spPr/>
      <dgm:t>
        <a:bodyPr/>
        <a:lstStyle/>
        <a:p>
          <a:endParaRPr lang="es-MX"/>
        </a:p>
      </dgm:t>
    </dgm:pt>
    <dgm:pt modelId="{633DADE9-D17A-49B3-84C9-30DE63883297}" type="sibTrans" cxnId="{59A87FD3-37F6-4703-9A65-A8DE5338719F}">
      <dgm:prSet/>
      <dgm:spPr/>
      <dgm:t>
        <a:bodyPr/>
        <a:lstStyle/>
        <a:p>
          <a:endParaRPr lang="es-MX"/>
        </a:p>
      </dgm:t>
    </dgm:pt>
    <dgm:pt modelId="{F5CEDF20-1646-401F-8E71-7DAB5D1C4BE9}">
      <dgm:prSet/>
      <dgm:spPr/>
      <dgm:t>
        <a:bodyPr/>
        <a:lstStyle/>
        <a:p>
          <a:r>
            <a:rPr lang="es-MX"/>
            <a:t>Parametrización según objetivos. </a:t>
          </a:r>
        </a:p>
      </dgm:t>
    </dgm:pt>
    <dgm:pt modelId="{A37DDAD1-867F-4BA4-B673-C450C5F94B3B}" type="parTrans" cxnId="{EF2E7D57-B050-4F49-BC21-60A3790D71B7}">
      <dgm:prSet/>
      <dgm:spPr/>
      <dgm:t>
        <a:bodyPr/>
        <a:lstStyle/>
        <a:p>
          <a:endParaRPr lang="es-MX"/>
        </a:p>
      </dgm:t>
    </dgm:pt>
    <dgm:pt modelId="{CAE2F55B-81A2-43F9-9738-4AC5FB562A94}" type="sibTrans" cxnId="{EF2E7D57-B050-4F49-BC21-60A3790D71B7}">
      <dgm:prSet/>
      <dgm:spPr/>
      <dgm:t>
        <a:bodyPr/>
        <a:lstStyle/>
        <a:p>
          <a:endParaRPr lang="es-MX"/>
        </a:p>
      </dgm:t>
    </dgm:pt>
    <dgm:pt modelId="{21D0E94C-DA72-495A-B6F2-81E735CCC937}">
      <dgm:prSet/>
      <dgm:spPr/>
      <dgm:t>
        <a:bodyPr/>
        <a:lstStyle/>
        <a:p>
          <a:r>
            <a:rPr lang="es-MX" b="1"/>
            <a:t>Campañas digitales</a:t>
          </a:r>
          <a:endParaRPr lang="es-MX"/>
        </a:p>
      </dgm:t>
    </dgm:pt>
    <dgm:pt modelId="{5A35C4DD-B415-40B1-9DA5-42E581E7D43A}" type="parTrans" cxnId="{5A6344F8-7A92-4390-9A17-D740F17B626B}">
      <dgm:prSet/>
      <dgm:spPr/>
      <dgm:t>
        <a:bodyPr/>
        <a:lstStyle/>
        <a:p>
          <a:endParaRPr lang="es-MX"/>
        </a:p>
      </dgm:t>
    </dgm:pt>
    <dgm:pt modelId="{6A0B5B45-02CE-43B0-AE99-030185653D62}" type="sibTrans" cxnId="{5A6344F8-7A92-4390-9A17-D740F17B626B}">
      <dgm:prSet/>
      <dgm:spPr/>
      <dgm:t>
        <a:bodyPr/>
        <a:lstStyle/>
        <a:p>
          <a:endParaRPr lang="es-MX"/>
        </a:p>
      </dgm:t>
    </dgm:pt>
    <dgm:pt modelId="{699131A8-64C0-4036-968B-2E309BD6075A}">
      <dgm:prSet/>
      <dgm:spPr/>
      <dgm:t>
        <a:bodyPr/>
        <a:lstStyle/>
        <a:p>
          <a:r>
            <a:rPr lang="es-MX"/>
            <a:t>Orgánicas</a:t>
          </a:r>
        </a:p>
      </dgm:t>
    </dgm:pt>
    <dgm:pt modelId="{DE0153A1-25BB-4572-BF65-F03FA8CD8E4C}" type="parTrans" cxnId="{C4105C4C-2E6A-4918-BB4E-6635AE7BB18B}">
      <dgm:prSet/>
      <dgm:spPr/>
      <dgm:t>
        <a:bodyPr/>
        <a:lstStyle/>
        <a:p>
          <a:endParaRPr lang="es-MX"/>
        </a:p>
      </dgm:t>
    </dgm:pt>
    <dgm:pt modelId="{5688624D-1303-46B8-B4BA-352043155354}" type="sibTrans" cxnId="{C4105C4C-2E6A-4918-BB4E-6635AE7BB18B}">
      <dgm:prSet/>
      <dgm:spPr/>
      <dgm:t>
        <a:bodyPr/>
        <a:lstStyle/>
        <a:p>
          <a:endParaRPr lang="es-MX"/>
        </a:p>
      </dgm:t>
    </dgm:pt>
    <dgm:pt modelId="{8DF33748-1676-4408-9853-B91198692B04}">
      <dgm:prSet/>
      <dgm:spPr/>
      <dgm:t>
        <a:bodyPr/>
        <a:lstStyle/>
        <a:p>
          <a:r>
            <a:rPr lang="es-MX"/>
            <a:t>Pagas</a:t>
          </a:r>
        </a:p>
      </dgm:t>
    </dgm:pt>
    <dgm:pt modelId="{E35B6F17-1ABB-4757-AC6B-AE7178B97D90}" type="parTrans" cxnId="{FE6B6BFD-AFCE-4F59-A86A-BDE62D1EC1C9}">
      <dgm:prSet/>
      <dgm:spPr/>
      <dgm:t>
        <a:bodyPr/>
        <a:lstStyle/>
        <a:p>
          <a:endParaRPr lang="es-MX"/>
        </a:p>
      </dgm:t>
    </dgm:pt>
    <dgm:pt modelId="{B24E054D-E45B-48D5-ABCB-B59E4B8EA7E7}" type="sibTrans" cxnId="{FE6B6BFD-AFCE-4F59-A86A-BDE62D1EC1C9}">
      <dgm:prSet/>
      <dgm:spPr/>
      <dgm:t>
        <a:bodyPr/>
        <a:lstStyle/>
        <a:p>
          <a:endParaRPr lang="es-MX"/>
        </a:p>
      </dgm:t>
    </dgm:pt>
    <dgm:pt modelId="{FE1DB740-7FC2-488A-A3DA-D1A1777622AC}">
      <dgm:prSet/>
      <dgm:spPr/>
      <dgm:t>
        <a:bodyPr/>
        <a:lstStyle/>
        <a:p>
          <a:r>
            <a:rPr lang="es-MX"/>
            <a:t>Mixtas</a:t>
          </a:r>
        </a:p>
      </dgm:t>
    </dgm:pt>
    <dgm:pt modelId="{86803B56-6350-4F84-8ACC-47DFD2B5A8D1}" type="parTrans" cxnId="{C229D487-BDF0-4447-A263-4F2D604823BB}">
      <dgm:prSet/>
      <dgm:spPr/>
      <dgm:t>
        <a:bodyPr/>
        <a:lstStyle/>
        <a:p>
          <a:endParaRPr lang="es-MX"/>
        </a:p>
      </dgm:t>
    </dgm:pt>
    <dgm:pt modelId="{F39F0D67-2BB9-40CA-BE71-4CFCB134019F}" type="sibTrans" cxnId="{C229D487-BDF0-4447-A263-4F2D604823BB}">
      <dgm:prSet/>
      <dgm:spPr/>
      <dgm:t>
        <a:bodyPr/>
        <a:lstStyle/>
        <a:p>
          <a:endParaRPr lang="es-MX"/>
        </a:p>
      </dgm:t>
    </dgm:pt>
    <dgm:pt modelId="{24CA8868-06DB-421F-9294-E952FB4416B4}">
      <dgm:prSet/>
      <dgm:spPr/>
      <dgm:t>
        <a:bodyPr/>
        <a:lstStyle/>
        <a:p>
          <a:r>
            <a:rPr lang="es-MX" b="1"/>
            <a:t>Embudo de conversión</a:t>
          </a:r>
          <a:endParaRPr lang="es-MX"/>
        </a:p>
      </dgm:t>
    </dgm:pt>
    <dgm:pt modelId="{6F38A8A2-BF6F-43EF-89F2-BE4B54A9C2F5}" type="parTrans" cxnId="{5B60997E-C359-416B-AA37-67FEFF6D11F3}">
      <dgm:prSet/>
      <dgm:spPr/>
      <dgm:t>
        <a:bodyPr/>
        <a:lstStyle/>
        <a:p>
          <a:endParaRPr lang="es-MX"/>
        </a:p>
      </dgm:t>
    </dgm:pt>
    <dgm:pt modelId="{AD692C31-64E2-424C-9F12-5D0502681EB8}" type="sibTrans" cxnId="{5B60997E-C359-416B-AA37-67FEFF6D11F3}">
      <dgm:prSet/>
      <dgm:spPr/>
      <dgm:t>
        <a:bodyPr/>
        <a:lstStyle/>
        <a:p>
          <a:endParaRPr lang="es-MX"/>
        </a:p>
      </dgm:t>
    </dgm:pt>
    <dgm:pt modelId="{E07B3CB5-AED6-40AC-A633-D650C3A6FFAE}">
      <dgm:prSet/>
      <dgm:spPr/>
      <dgm:t>
        <a:bodyPr/>
        <a:lstStyle/>
        <a:p>
          <a:r>
            <a:rPr lang="es-MX"/>
            <a:t>Atracción</a:t>
          </a:r>
        </a:p>
      </dgm:t>
    </dgm:pt>
    <dgm:pt modelId="{FC24AFD2-4CD4-4299-8036-B39B67D40158}" type="parTrans" cxnId="{FDE7505B-53C4-4469-93B1-CCBF79995821}">
      <dgm:prSet/>
      <dgm:spPr/>
      <dgm:t>
        <a:bodyPr/>
        <a:lstStyle/>
        <a:p>
          <a:endParaRPr lang="es-MX"/>
        </a:p>
      </dgm:t>
    </dgm:pt>
    <dgm:pt modelId="{859C181E-F1C5-45D6-ABFF-B658C9FCE2CB}" type="sibTrans" cxnId="{FDE7505B-53C4-4469-93B1-CCBF79995821}">
      <dgm:prSet/>
      <dgm:spPr/>
      <dgm:t>
        <a:bodyPr/>
        <a:lstStyle/>
        <a:p>
          <a:endParaRPr lang="es-MX"/>
        </a:p>
      </dgm:t>
    </dgm:pt>
    <dgm:pt modelId="{7EB2988F-2666-4D46-8273-ECFB35EBFB07}">
      <dgm:prSet/>
      <dgm:spPr/>
      <dgm:t>
        <a:bodyPr/>
        <a:lstStyle/>
        <a:p>
          <a:r>
            <a:rPr lang="es-MX"/>
            <a:t>Consideración </a:t>
          </a:r>
        </a:p>
      </dgm:t>
    </dgm:pt>
    <dgm:pt modelId="{A1B4B66A-721E-403F-B87D-E6F14CC4890F}" type="parTrans" cxnId="{AFE86C53-3891-40FC-A3DE-7C599C6E4071}">
      <dgm:prSet/>
      <dgm:spPr/>
      <dgm:t>
        <a:bodyPr/>
        <a:lstStyle/>
        <a:p>
          <a:endParaRPr lang="es-MX"/>
        </a:p>
      </dgm:t>
    </dgm:pt>
    <dgm:pt modelId="{481E22BD-73EF-49F5-8241-DDEA3E2AA0E4}" type="sibTrans" cxnId="{AFE86C53-3891-40FC-A3DE-7C599C6E4071}">
      <dgm:prSet/>
      <dgm:spPr/>
      <dgm:t>
        <a:bodyPr/>
        <a:lstStyle/>
        <a:p>
          <a:endParaRPr lang="es-MX"/>
        </a:p>
      </dgm:t>
    </dgm:pt>
    <dgm:pt modelId="{5E14A570-1389-43E0-A888-DF77301F2559}">
      <dgm:prSet/>
      <dgm:spPr/>
      <dgm:t>
        <a:bodyPr/>
        <a:lstStyle/>
        <a:p>
          <a:r>
            <a:rPr lang="es-MX"/>
            <a:t>Conversión.</a:t>
          </a:r>
        </a:p>
      </dgm:t>
    </dgm:pt>
    <dgm:pt modelId="{8E97ECF6-1239-44C5-9A6A-344C630397AF}" type="parTrans" cxnId="{A033113E-B4A5-42A3-85AD-35D57E022D3F}">
      <dgm:prSet/>
      <dgm:spPr/>
      <dgm:t>
        <a:bodyPr/>
        <a:lstStyle/>
        <a:p>
          <a:endParaRPr lang="es-MX"/>
        </a:p>
      </dgm:t>
    </dgm:pt>
    <dgm:pt modelId="{D123F8DB-26C6-45F6-A2A6-E0FB9E7E13D3}" type="sibTrans" cxnId="{A033113E-B4A5-42A3-85AD-35D57E022D3F}">
      <dgm:prSet/>
      <dgm:spPr/>
      <dgm:t>
        <a:bodyPr/>
        <a:lstStyle/>
        <a:p>
          <a:endParaRPr lang="es-MX"/>
        </a:p>
      </dgm:t>
    </dgm:pt>
    <dgm:pt modelId="{85E95A94-65D1-436E-8846-675EC8ED170B}">
      <dgm:prSet/>
      <dgm:spPr/>
      <dgm:t>
        <a:bodyPr/>
        <a:lstStyle/>
        <a:p>
          <a:r>
            <a:rPr lang="es-MX"/>
            <a:t>Fidelización</a:t>
          </a:r>
        </a:p>
      </dgm:t>
    </dgm:pt>
    <dgm:pt modelId="{D3175A40-58FE-4C09-8092-EBC2B7B675F7}" type="parTrans" cxnId="{63B9D56D-A27F-4B3C-9D9F-1664A24FD387}">
      <dgm:prSet/>
      <dgm:spPr/>
      <dgm:t>
        <a:bodyPr/>
        <a:lstStyle/>
        <a:p>
          <a:endParaRPr lang="es-MX"/>
        </a:p>
      </dgm:t>
    </dgm:pt>
    <dgm:pt modelId="{BB2784D9-8CFD-4F1B-8E94-178EBE9FB4F0}" type="sibTrans" cxnId="{63B9D56D-A27F-4B3C-9D9F-1664A24FD387}">
      <dgm:prSet/>
      <dgm:spPr/>
      <dgm:t>
        <a:bodyPr/>
        <a:lstStyle/>
        <a:p>
          <a:endParaRPr lang="es-MX"/>
        </a:p>
      </dgm:t>
    </dgm:pt>
    <dgm:pt modelId="{9F7C180C-FFE7-4448-BD07-12C46F6FA537}">
      <dgm:prSet/>
      <dgm:spPr/>
      <dgm:t>
        <a:bodyPr/>
        <a:lstStyle/>
        <a:p>
          <a:r>
            <a:rPr lang="es-MX" b="1"/>
            <a:t>Métricas y KPI</a:t>
          </a:r>
          <a:endParaRPr lang="es-MX"/>
        </a:p>
      </dgm:t>
    </dgm:pt>
    <dgm:pt modelId="{43E89D23-663C-4ED0-B7DB-95C391C493E4}" type="parTrans" cxnId="{46F7B153-AFA9-44CF-A26A-CFBAEFE22448}">
      <dgm:prSet/>
      <dgm:spPr/>
      <dgm:t>
        <a:bodyPr/>
        <a:lstStyle/>
        <a:p>
          <a:endParaRPr lang="es-MX"/>
        </a:p>
      </dgm:t>
    </dgm:pt>
    <dgm:pt modelId="{8A94B4F6-E79F-457A-AFF4-C3ED574CF9A8}" type="sibTrans" cxnId="{46F7B153-AFA9-44CF-A26A-CFBAEFE22448}">
      <dgm:prSet/>
      <dgm:spPr/>
      <dgm:t>
        <a:bodyPr/>
        <a:lstStyle/>
        <a:p>
          <a:endParaRPr lang="es-MX"/>
        </a:p>
      </dgm:t>
    </dgm:pt>
    <dgm:pt modelId="{B6E68B95-1A73-48ED-BBF4-96101F5DE7B2}">
      <dgm:prSet/>
      <dgm:spPr/>
      <dgm:t>
        <a:bodyPr/>
        <a:lstStyle/>
        <a:p>
          <a:r>
            <a:rPr lang="es-MX"/>
            <a:t>Evaluación de objetivos</a:t>
          </a:r>
        </a:p>
      </dgm:t>
    </dgm:pt>
    <dgm:pt modelId="{AAC86858-C5DF-4066-8565-5471265B9101}" type="parTrans" cxnId="{D0E3438A-0324-46AD-B5CB-F61E8932CE72}">
      <dgm:prSet/>
      <dgm:spPr/>
      <dgm:t>
        <a:bodyPr/>
        <a:lstStyle/>
        <a:p>
          <a:endParaRPr lang="es-MX"/>
        </a:p>
      </dgm:t>
    </dgm:pt>
    <dgm:pt modelId="{20F7900E-1F89-4AAD-AF6D-C9C92494CD92}" type="sibTrans" cxnId="{D0E3438A-0324-46AD-B5CB-F61E8932CE72}">
      <dgm:prSet/>
      <dgm:spPr/>
      <dgm:t>
        <a:bodyPr/>
        <a:lstStyle/>
        <a:p>
          <a:endParaRPr lang="es-MX"/>
        </a:p>
      </dgm:t>
    </dgm:pt>
    <dgm:pt modelId="{B6FBB4EB-25C0-4DC5-9F73-850AAFD506EC}">
      <dgm:prSet/>
      <dgm:spPr/>
      <dgm:t>
        <a:bodyPr/>
        <a:lstStyle/>
        <a:p>
          <a:r>
            <a:rPr lang="es-MX"/>
            <a:t>Alcance</a:t>
          </a:r>
        </a:p>
      </dgm:t>
    </dgm:pt>
    <dgm:pt modelId="{B7CAEBBA-0690-456C-A0AF-DF3BF6A48258}" type="parTrans" cxnId="{AE5B8188-5FC2-41CE-8A14-E81839EEC79C}">
      <dgm:prSet/>
      <dgm:spPr/>
      <dgm:t>
        <a:bodyPr/>
        <a:lstStyle/>
        <a:p>
          <a:endParaRPr lang="es-MX"/>
        </a:p>
      </dgm:t>
    </dgm:pt>
    <dgm:pt modelId="{B669E664-323B-402B-9996-8F5D6D8B69FF}" type="sibTrans" cxnId="{AE5B8188-5FC2-41CE-8A14-E81839EEC79C}">
      <dgm:prSet/>
      <dgm:spPr/>
      <dgm:t>
        <a:bodyPr/>
        <a:lstStyle/>
        <a:p>
          <a:endParaRPr lang="es-MX"/>
        </a:p>
      </dgm:t>
    </dgm:pt>
    <dgm:pt modelId="{BA296EFC-4FB3-4DD2-B38C-B16BB744213E}">
      <dgm:prSet/>
      <dgm:spPr/>
      <dgm:t>
        <a:bodyPr/>
        <a:lstStyle/>
        <a:p>
          <a:r>
            <a:rPr lang="es-MX" i="1"/>
            <a:t>Engagement</a:t>
          </a:r>
          <a:endParaRPr lang="es-MX"/>
        </a:p>
      </dgm:t>
    </dgm:pt>
    <dgm:pt modelId="{4066B227-874E-47BD-B7D7-0705C5648AA9}" type="parTrans" cxnId="{70454362-9832-4646-B822-8900BF585C75}">
      <dgm:prSet/>
      <dgm:spPr/>
      <dgm:t>
        <a:bodyPr/>
        <a:lstStyle/>
        <a:p>
          <a:endParaRPr lang="es-MX"/>
        </a:p>
      </dgm:t>
    </dgm:pt>
    <dgm:pt modelId="{F71D611D-DAC3-4C1D-8A5F-D2736A8B734A}" type="sibTrans" cxnId="{70454362-9832-4646-B822-8900BF585C75}">
      <dgm:prSet/>
      <dgm:spPr/>
      <dgm:t>
        <a:bodyPr/>
        <a:lstStyle/>
        <a:p>
          <a:endParaRPr lang="es-MX"/>
        </a:p>
      </dgm:t>
    </dgm:pt>
    <dgm:pt modelId="{40626D09-E18C-4AE0-A805-6E9157E7FFDD}">
      <dgm:prSet/>
      <dgm:spPr/>
      <dgm:t>
        <a:bodyPr/>
        <a:lstStyle/>
        <a:p>
          <a:r>
            <a:rPr lang="es-MX" dirty="0"/>
            <a:t>Tasa de conversión</a:t>
          </a:r>
        </a:p>
      </dgm:t>
    </dgm:pt>
    <dgm:pt modelId="{1DC6F22F-D4E0-4C7D-8FA3-DA956A81ACF8}" type="parTrans" cxnId="{29E4138C-2261-4AFA-8981-2C80A3C9AE55}">
      <dgm:prSet/>
      <dgm:spPr/>
      <dgm:t>
        <a:bodyPr/>
        <a:lstStyle/>
        <a:p>
          <a:endParaRPr lang="es-MX"/>
        </a:p>
      </dgm:t>
    </dgm:pt>
    <dgm:pt modelId="{0CE745A4-4D13-492F-81F5-0653E31460F1}" type="sibTrans" cxnId="{29E4138C-2261-4AFA-8981-2C80A3C9AE55}">
      <dgm:prSet/>
      <dgm:spPr/>
      <dgm:t>
        <a:bodyPr/>
        <a:lstStyle/>
        <a:p>
          <a:endParaRPr lang="es-MX"/>
        </a:p>
      </dgm:t>
    </dgm:pt>
    <dgm:pt modelId="{02BB0AE9-6ED5-4A05-87C4-438D5C45F983}">
      <dgm:prSet/>
      <dgm:spPr/>
      <dgm:t>
        <a:bodyPr/>
        <a:lstStyle/>
        <a:p>
          <a:r>
            <a:rPr lang="es-MX" dirty="0"/>
            <a:t>Valor del cliente (CLV).</a:t>
          </a:r>
        </a:p>
      </dgm:t>
    </dgm:pt>
    <dgm:pt modelId="{D2F0E853-9E7F-4704-ACFF-D0870021C250}" type="parTrans" cxnId="{C15178C6-44AC-4887-9EA6-EE2A90E08428}">
      <dgm:prSet/>
      <dgm:spPr/>
      <dgm:t>
        <a:bodyPr/>
        <a:lstStyle/>
        <a:p>
          <a:endParaRPr lang="es-MX"/>
        </a:p>
      </dgm:t>
    </dgm:pt>
    <dgm:pt modelId="{A38ECC29-B6F1-46E9-850D-33754AF14301}" type="sibTrans" cxnId="{C15178C6-44AC-4887-9EA6-EE2A90E08428}">
      <dgm:prSet/>
      <dgm:spPr/>
      <dgm:t>
        <a:bodyPr/>
        <a:lstStyle/>
        <a:p>
          <a:endParaRPr lang="es-MX"/>
        </a:p>
      </dgm:t>
    </dgm:pt>
    <dgm:pt modelId="{CA921FAE-6EF0-4382-8FA4-DAFB2A85A7FE}">
      <dgm:prSet/>
      <dgm:spPr/>
      <dgm:t>
        <a:bodyPr/>
        <a:lstStyle/>
        <a:p>
          <a:r>
            <a:rPr lang="es-CO" dirty="0"/>
            <a:t>Ejemplos </a:t>
          </a:r>
          <a:endParaRPr lang="es-MX" dirty="0"/>
        </a:p>
      </dgm:t>
    </dgm:pt>
    <dgm:pt modelId="{CF7171BF-B4C1-4A05-B98C-1FA21E0CA207}" type="parTrans" cxnId="{902AD1A2-AB8E-4590-BFAA-7491D6560614}">
      <dgm:prSet/>
      <dgm:spPr/>
      <dgm:t>
        <a:bodyPr/>
        <a:lstStyle/>
        <a:p>
          <a:endParaRPr lang="es-MX"/>
        </a:p>
      </dgm:t>
    </dgm:pt>
    <dgm:pt modelId="{2714472A-A8F2-448D-B351-3A27F05276FC}" type="sibTrans" cxnId="{902AD1A2-AB8E-4590-BFAA-7491D6560614}">
      <dgm:prSet/>
      <dgm:spPr/>
      <dgm:t>
        <a:bodyPr/>
        <a:lstStyle/>
        <a:p>
          <a:endParaRPr lang="es-MX"/>
        </a:p>
      </dgm:t>
    </dgm:pt>
    <dgm:pt modelId="{83420F75-CC03-4BB0-B39A-E264528E7951}" type="pres">
      <dgm:prSet presAssocID="{6418A0AA-F937-4846-84E0-0E37A813D77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16E0BCC-15E1-40A1-B813-A2A299B8CFA4}" type="pres">
      <dgm:prSet presAssocID="{BFCDAC46-2C68-4385-B22F-F7B8FFDA34C7}" presName="hierRoot1" presStyleCnt="0">
        <dgm:presLayoutVars>
          <dgm:hierBranch val="init"/>
        </dgm:presLayoutVars>
      </dgm:prSet>
      <dgm:spPr/>
    </dgm:pt>
    <dgm:pt modelId="{C147E8BB-29D0-46EC-ADBC-3101EE0AC805}" type="pres">
      <dgm:prSet presAssocID="{BFCDAC46-2C68-4385-B22F-F7B8FFDA34C7}" presName="rootComposite1" presStyleCnt="0"/>
      <dgm:spPr/>
    </dgm:pt>
    <dgm:pt modelId="{A25C36FB-7DCC-4A09-9B1A-2174BE3E7D3A}" type="pres">
      <dgm:prSet presAssocID="{BFCDAC46-2C68-4385-B22F-F7B8FFDA34C7}" presName="rootText1" presStyleLbl="node0" presStyleIdx="0" presStyleCnt="1" custScaleX="519495" custScaleY="114328" custLinFactY="-4749" custLinFactNeighborX="-3375" custLinFactNeighborY="-100000">
        <dgm:presLayoutVars>
          <dgm:chPref val="3"/>
        </dgm:presLayoutVars>
      </dgm:prSet>
      <dgm:spPr/>
    </dgm:pt>
    <dgm:pt modelId="{63A21F0D-2E4C-4A15-A25A-7A8120B2F836}" type="pres">
      <dgm:prSet presAssocID="{BFCDAC46-2C68-4385-B22F-F7B8FFDA34C7}" presName="rootConnector1" presStyleLbl="node1" presStyleIdx="0" presStyleCnt="0"/>
      <dgm:spPr/>
    </dgm:pt>
    <dgm:pt modelId="{AD2CCDF3-91F0-4D5E-BC95-4CD14F8A2505}" type="pres">
      <dgm:prSet presAssocID="{BFCDAC46-2C68-4385-B22F-F7B8FFDA34C7}" presName="hierChild2" presStyleCnt="0"/>
      <dgm:spPr/>
    </dgm:pt>
    <dgm:pt modelId="{8E46F807-7FD9-435B-AB7D-766AFE83DAC1}" type="pres">
      <dgm:prSet presAssocID="{655EA0E9-988B-47C3-9D7A-69B4360C3D36}" presName="Name37" presStyleLbl="parChTrans1D2" presStyleIdx="0" presStyleCnt="6"/>
      <dgm:spPr/>
    </dgm:pt>
    <dgm:pt modelId="{1FEE024C-0C59-4A4B-B491-B36F8861E7C4}" type="pres">
      <dgm:prSet presAssocID="{0F5CF454-927D-45B4-952B-3CD8C8B743AE}" presName="hierRoot2" presStyleCnt="0">
        <dgm:presLayoutVars>
          <dgm:hierBranch val="init"/>
        </dgm:presLayoutVars>
      </dgm:prSet>
      <dgm:spPr/>
    </dgm:pt>
    <dgm:pt modelId="{42C3AECA-FCEE-42CA-A72E-A11534987B6E}" type="pres">
      <dgm:prSet presAssocID="{0F5CF454-927D-45B4-952B-3CD8C8B743AE}" presName="rootComposite" presStyleCnt="0"/>
      <dgm:spPr/>
    </dgm:pt>
    <dgm:pt modelId="{AB6B44D6-5D55-4153-9A09-5F59B4002C25}" type="pres">
      <dgm:prSet presAssocID="{0F5CF454-927D-45B4-952B-3CD8C8B743AE}" presName="rootText" presStyleLbl="node2" presStyleIdx="0" presStyleCnt="6">
        <dgm:presLayoutVars>
          <dgm:chPref val="3"/>
        </dgm:presLayoutVars>
      </dgm:prSet>
      <dgm:spPr/>
    </dgm:pt>
    <dgm:pt modelId="{A89B9552-1A21-4FE6-9573-B216A5B9C5F6}" type="pres">
      <dgm:prSet presAssocID="{0F5CF454-927D-45B4-952B-3CD8C8B743AE}" presName="rootConnector" presStyleLbl="node2" presStyleIdx="0" presStyleCnt="6"/>
      <dgm:spPr/>
    </dgm:pt>
    <dgm:pt modelId="{9BC9CB26-9651-45E8-AF8D-49211FA2C025}" type="pres">
      <dgm:prSet presAssocID="{0F5CF454-927D-45B4-952B-3CD8C8B743AE}" presName="hierChild4" presStyleCnt="0"/>
      <dgm:spPr/>
    </dgm:pt>
    <dgm:pt modelId="{00E5E37E-4151-4771-B06C-2E43329DA4D0}" type="pres">
      <dgm:prSet presAssocID="{4CC26775-B16D-4D79-9C9B-EAC830DDF225}" presName="Name37" presStyleLbl="parChTrans1D3" presStyleIdx="0" presStyleCnt="24"/>
      <dgm:spPr/>
    </dgm:pt>
    <dgm:pt modelId="{36650D82-0760-474C-A343-02E6125BA47B}" type="pres">
      <dgm:prSet presAssocID="{99E078DF-6261-41D9-AA72-4B6C0160DE5F}" presName="hierRoot2" presStyleCnt="0">
        <dgm:presLayoutVars>
          <dgm:hierBranch val="init"/>
        </dgm:presLayoutVars>
      </dgm:prSet>
      <dgm:spPr/>
    </dgm:pt>
    <dgm:pt modelId="{95DE2DB4-54A6-4F53-BD8F-8CF4A0B2CD13}" type="pres">
      <dgm:prSet presAssocID="{99E078DF-6261-41D9-AA72-4B6C0160DE5F}" presName="rootComposite" presStyleCnt="0"/>
      <dgm:spPr/>
    </dgm:pt>
    <dgm:pt modelId="{4ED439FC-29ED-4CA6-BB29-4E81EF5FA919}" type="pres">
      <dgm:prSet presAssocID="{99E078DF-6261-41D9-AA72-4B6C0160DE5F}" presName="rootText" presStyleLbl="node3" presStyleIdx="0" presStyleCnt="24" custLinFactNeighborX="1732" custLinFactNeighborY="32161">
        <dgm:presLayoutVars>
          <dgm:chPref val="3"/>
        </dgm:presLayoutVars>
      </dgm:prSet>
      <dgm:spPr/>
    </dgm:pt>
    <dgm:pt modelId="{B7E1779A-5FBA-4458-9E02-BAEEA152928E}" type="pres">
      <dgm:prSet presAssocID="{99E078DF-6261-41D9-AA72-4B6C0160DE5F}" presName="rootConnector" presStyleLbl="node3" presStyleIdx="0" presStyleCnt="24"/>
      <dgm:spPr/>
    </dgm:pt>
    <dgm:pt modelId="{513E3873-2686-4B04-B4EE-0FE2C7B55189}" type="pres">
      <dgm:prSet presAssocID="{99E078DF-6261-41D9-AA72-4B6C0160DE5F}" presName="hierChild4" presStyleCnt="0"/>
      <dgm:spPr/>
    </dgm:pt>
    <dgm:pt modelId="{9155E23D-D2B0-4F00-ACAE-22A9CA9DD426}" type="pres">
      <dgm:prSet presAssocID="{99E078DF-6261-41D9-AA72-4B6C0160DE5F}" presName="hierChild5" presStyleCnt="0"/>
      <dgm:spPr/>
    </dgm:pt>
    <dgm:pt modelId="{BD70266D-C6B2-4916-9027-A09E32DAC1F9}" type="pres">
      <dgm:prSet presAssocID="{BBE8CA4C-2C8F-445B-B5F3-77BBE6E28DA6}" presName="Name37" presStyleLbl="parChTrans1D3" presStyleIdx="1" presStyleCnt="24"/>
      <dgm:spPr/>
    </dgm:pt>
    <dgm:pt modelId="{BE9DD258-6528-4285-B1D9-8075729284B9}" type="pres">
      <dgm:prSet presAssocID="{3E6BCA18-DFF7-41CF-9DBF-EDCAEFFB3082}" presName="hierRoot2" presStyleCnt="0">
        <dgm:presLayoutVars>
          <dgm:hierBranch val="init"/>
        </dgm:presLayoutVars>
      </dgm:prSet>
      <dgm:spPr/>
    </dgm:pt>
    <dgm:pt modelId="{B28920B3-2D8D-48E8-B4ED-089F4E2A9514}" type="pres">
      <dgm:prSet presAssocID="{3E6BCA18-DFF7-41CF-9DBF-EDCAEFFB3082}" presName="rootComposite" presStyleCnt="0"/>
      <dgm:spPr/>
    </dgm:pt>
    <dgm:pt modelId="{16EBE107-EB9F-4265-BDD0-7937840A3CF6}" type="pres">
      <dgm:prSet presAssocID="{3E6BCA18-DFF7-41CF-9DBF-EDCAEFFB3082}" presName="rootText" presStyleLbl="node3" presStyleIdx="1" presStyleCnt="24" custLinFactNeighborX="1732" custLinFactNeighborY="32161">
        <dgm:presLayoutVars>
          <dgm:chPref val="3"/>
        </dgm:presLayoutVars>
      </dgm:prSet>
      <dgm:spPr/>
    </dgm:pt>
    <dgm:pt modelId="{F593DA2D-DB73-4505-90F3-37002221DB3D}" type="pres">
      <dgm:prSet presAssocID="{3E6BCA18-DFF7-41CF-9DBF-EDCAEFFB3082}" presName="rootConnector" presStyleLbl="node3" presStyleIdx="1" presStyleCnt="24"/>
      <dgm:spPr/>
    </dgm:pt>
    <dgm:pt modelId="{F583C1B9-941F-41AD-A2E8-786F5804CB3C}" type="pres">
      <dgm:prSet presAssocID="{3E6BCA18-DFF7-41CF-9DBF-EDCAEFFB3082}" presName="hierChild4" presStyleCnt="0"/>
      <dgm:spPr/>
    </dgm:pt>
    <dgm:pt modelId="{17688A4D-E21E-43DE-9ECB-5A0992F7B935}" type="pres">
      <dgm:prSet presAssocID="{3E6BCA18-DFF7-41CF-9DBF-EDCAEFFB3082}" presName="hierChild5" presStyleCnt="0"/>
      <dgm:spPr/>
    </dgm:pt>
    <dgm:pt modelId="{CE1D1960-1F4F-415B-8D7F-943DF12EF761}" type="pres">
      <dgm:prSet presAssocID="{2D732B7C-31EE-4E83-86AF-09C96254F0D9}" presName="Name37" presStyleLbl="parChTrans1D3" presStyleIdx="2" presStyleCnt="24"/>
      <dgm:spPr/>
    </dgm:pt>
    <dgm:pt modelId="{60F23246-A38C-4AAC-AE9B-FF0A8F4A96A9}" type="pres">
      <dgm:prSet presAssocID="{66D8E9BC-E71E-4957-82A5-DAB679A5DB02}" presName="hierRoot2" presStyleCnt="0">
        <dgm:presLayoutVars>
          <dgm:hierBranch val="init"/>
        </dgm:presLayoutVars>
      </dgm:prSet>
      <dgm:spPr/>
    </dgm:pt>
    <dgm:pt modelId="{E6EB95DA-27C6-4AA2-9DDA-E66475E9DDA2}" type="pres">
      <dgm:prSet presAssocID="{66D8E9BC-E71E-4957-82A5-DAB679A5DB02}" presName="rootComposite" presStyleCnt="0"/>
      <dgm:spPr/>
    </dgm:pt>
    <dgm:pt modelId="{E107C8CC-F70D-43E7-8A59-F38AAAC0475E}" type="pres">
      <dgm:prSet presAssocID="{66D8E9BC-E71E-4957-82A5-DAB679A5DB02}" presName="rootText" presStyleLbl="node3" presStyleIdx="2" presStyleCnt="24" custLinFactNeighborX="1732" custLinFactNeighborY="32161">
        <dgm:presLayoutVars>
          <dgm:chPref val="3"/>
        </dgm:presLayoutVars>
      </dgm:prSet>
      <dgm:spPr/>
    </dgm:pt>
    <dgm:pt modelId="{AC5715CA-D2B3-4C11-8E94-E53E8E9A4005}" type="pres">
      <dgm:prSet presAssocID="{66D8E9BC-E71E-4957-82A5-DAB679A5DB02}" presName="rootConnector" presStyleLbl="node3" presStyleIdx="2" presStyleCnt="24"/>
      <dgm:spPr/>
    </dgm:pt>
    <dgm:pt modelId="{4BD4B269-4F4F-40A2-8B04-8A27F6C042BC}" type="pres">
      <dgm:prSet presAssocID="{66D8E9BC-E71E-4957-82A5-DAB679A5DB02}" presName="hierChild4" presStyleCnt="0"/>
      <dgm:spPr/>
    </dgm:pt>
    <dgm:pt modelId="{4EB81AD8-56A8-4DB4-9B04-259E68332160}" type="pres">
      <dgm:prSet presAssocID="{66D8E9BC-E71E-4957-82A5-DAB679A5DB02}" presName="hierChild5" presStyleCnt="0"/>
      <dgm:spPr/>
    </dgm:pt>
    <dgm:pt modelId="{5F173A2D-EC1D-4653-98AB-AB6D87BA3D5B}" type="pres">
      <dgm:prSet presAssocID="{8BA59803-9CF4-4BF5-A6A2-D0DC40CC0C2E}" presName="Name37" presStyleLbl="parChTrans1D3" presStyleIdx="3" presStyleCnt="24"/>
      <dgm:spPr/>
    </dgm:pt>
    <dgm:pt modelId="{B3494403-7BE9-4409-9628-53CE54E00836}" type="pres">
      <dgm:prSet presAssocID="{EAC51B4C-F909-4DEA-AAAA-85F57501AFF9}" presName="hierRoot2" presStyleCnt="0">
        <dgm:presLayoutVars>
          <dgm:hierBranch val="init"/>
        </dgm:presLayoutVars>
      </dgm:prSet>
      <dgm:spPr/>
    </dgm:pt>
    <dgm:pt modelId="{A5A478BB-8951-442F-B178-E53DD1DD8213}" type="pres">
      <dgm:prSet presAssocID="{EAC51B4C-F909-4DEA-AAAA-85F57501AFF9}" presName="rootComposite" presStyleCnt="0"/>
      <dgm:spPr/>
    </dgm:pt>
    <dgm:pt modelId="{B21D9FDA-AD64-4B4A-936D-FEF21C924203}" type="pres">
      <dgm:prSet presAssocID="{EAC51B4C-F909-4DEA-AAAA-85F57501AFF9}" presName="rootText" presStyleLbl="node3" presStyleIdx="3" presStyleCnt="24" custLinFactNeighborX="1732" custLinFactNeighborY="32161">
        <dgm:presLayoutVars>
          <dgm:chPref val="3"/>
        </dgm:presLayoutVars>
      </dgm:prSet>
      <dgm:spPr/>
    </dgm:pt>
    <dgm:pt modelId="{9EA66F78-3C0A-4323-8E5A-5555F2A479CE}" type="pres">
      <dgm:prSet presAssocID="{EAC51B4C-F909-4DEA-AAAA-85F57501AFF9}" presName="rootConnector" presStyleLbl="node3" presStyleIdx="3" presStyleCnt="24"/>
      <dgm:spPr/>
    </dgm:pt>
    <dgm:pt modelId="{B8824C07-27A2-4AE2-9862-FF4CB2E97ACE}" type="pres">
      <dgm:prSet presAssocID="{EAC51B4C-F909-4DEA-AAAA-85F57501AFF9}" presName="hierChild4" presStyleCnt="0"/>
      <dgm:spPr/>
    </dgm:pt>
    <dgm:pt modelId="{D580521D-D691-4B4D-ACAE-A76383856EC8}" type="pres">
      <dgm:prSet presAssocID="{EAC51B4C-F909-4DEA-AAAA-85F57501AFF9}" presName="hierChild5" presStyleCnt="0"/>
      <dgm:spPr/>
    </dgm:pt>
    <dgm:pt modelId="{3BAECF77-0155-4D59-AE8F-6B8DAD53F18F}" type="pres">
      <dgm:prSet presAssocID="{B56C276F-4CC8-4312-A214-0EDBC9926154}" presName="Name37" presStyleLbl="parChTrans1D3" presStyleIdx="4" presStyleCnt="24"/>
      <dgm:spPr/>
    </dgm:pt>
    <dgm:pt modelId="{3AEA4E8B-92FF-4C9C-BAA6-4AD48E7BB901}" type="pres">
      <dgm:prSet presAssocID="{56E7038C-6F29-484D-BDA5-7E44EC91E954}" presName="hierRoot2" presStyleCnt="0">
        <dgm:presLayoutVars>
          <dgm:hierBranch val="init"/>
        </dgm:presLayoutVars>
      </dgm:prSet>
      <dgm:spPr/>
    </dgm:pt>
    <dgm:pt modelId="{ED16BE38-B475-44DB-8B9F-CF72A1C52F29}" type="pres">
      <dgm:prSet presAssocID="{56E7038C-6F29-484D-BDA5-7E44EC91E954}" presName="rootComposite" presStyleCnt="0"/>
      <dgm:spPr/>
    </dgm:pt>
    <dgm:pt modelId="{A5A979B2-A7BC-4E31-8EC8-A7F65A4A5885}" type="pres">
      <dgm:prSet presAssocID="{56E7038C-6F29-484D-BDA5-7E44EC91E954}" presName="rootText" presStyleLbl="node3" presStyleIdx="4" presStyleCnt="24" custLinFactNeighborX="1732" custLinFactNeighborY="32161">
        <dgm:presLayoutVars>
          <dgm:chPref val="3"/>
        </dgm:presLayoutVars>
      </dgm:prSet>
      <dgm:spPr/>
    </dgm:pt>
    <dgm:pt modelId="{DE221DB1-0B7B-4E5B-BAB2-BF5EDD486BA5}" type="pres">
      <dgm:prSet presAssocID="{56E7038C-6F29-484D-BDA5-7E44EC91E954}" presName="rootConnector" presStyleLbl="node3" presStyleIdx="4" presStyleCnt="24"/>
      <dgm:spPr/>
    </dgm:pt>
    <dgm:pt modelId="{A5D22A4B-674F-4FDB-8CE7-7F6FD35EF3EA}" type="pres">
      <dgm:prSet presAssocID="{56E7038C-6F29-484D-BDA5-7E44EC91E954}" presName="hierChild4" presStyleCnt="0"/>
      <dgm:spPr/>
    </dgm:pt>
    <dgm:pt modelId="{821E4A15-E6EC-49B7-AB9E-411313E58881}" type="pres">
      <dgm:prSet presAssocID="{56E7038C-6F29-484D-BDA5-7E44EC91E954}" presName="hierChild5" presStyleCnt="0"/>
      <dgm:spPr/>
    </dgm:pt>
    <dgm:pt modelId="{8E2FFC17-409B-40BC-8D35-1B62F36C5C5C}" type="pres">
      <dgm:prSet presAssocID="{4D60C0AB-A1CC-4B40-B041-8EC3B23EB1A8}" presName="Name37" presStyleLbl="parChTrans1D3" presStyleIdx="5" presStyleCnt="24"/>
      <dgm:spPr/>
    </dgm:pt>
    <dgm:pt modelId="{80F76EEA-F693-480C-913C-210F47637179}" type="pres">
      <dgm:prSet presAssocID="{2BD2BBF4-AE4B-48FE-96D0-ADE1131449DD}" presName="hierRoot2" presStyleCnt="0">
        <dgm:presLayoutVars>
          <dgm:hierBranch val="init"/>
        </dgm:presLayoutVars>
      </dgm:prSet>
      <dgm:spPr/>
    </dgm:pt>
    <dgm:pt modelId="{E75831EF-F152-4FCD-AE85-3473C612E87E}" type="pres">
      <dgm:prSet presAssocID="{2BD2BBF4-AE4B-48FE-96D0-ADE1131449DD}" presName="rootComposite" presStyleCnt="0"/>
      <dgm:spPr/>
    </dgm:pt>
    <dgm:pt modelId="{09C72F54-11B3-4CEA-A6CB-6494039EDA23}" type="pres">
      <dgm:prSet presAssocID="{2BD2BBF4-AE4B-48FE-96D0-ADE1131449DD}" presName="rootText" presStyleLbl="node3" presStyleIdx="5" presStyleCnt="24" custLinFactNeighborX="1732" custLinFactNeighborY="32161">
        <dgm:presLayoutVars>
          <dgm:chPref val="3"/>
        </dgm:presLayoutVars>
      </dgm:prSet>
      <dgm:spPr/>
    </dgm:pt>
    <dgm:pt modelId="{C97499C9-71F3-451C-AA2E-6406A2E3F1D7}" type="pres">
      <dgm:prSet presAssocID="{2BD2BBF4-AE4B-48FE-96D0-ADE1131449DD}" presName="rootConnector" presStyleLbl="node3" presStyleIdx="5" presStyleCnt="24"/>
      <dgm:spPr/>
    </dgm:pt>
    <dgm:pt modelId="{F313413D-8838-45F1-B2AD-AFE548A75816}" type="pres">
      <dgm:prSet presAssocID="{2BD2BBF4-AE4B-48FE-96D0-ADE1131449DD}" presName="hierChild4" presStyleCnt="0"/>
      <dgm:spPr/>
    </dgm:pt>
    <dgm:pt modelId="{DA54B89E-50B2-4E3B-89AC-4F07BD997DFD}" type="pres">
      <dgm:prSet presAssocID="{2BD2BBF4-AE4B-48FE-96D0-ADE1131449DD}" presName="hierChild5" presStyleCnt="0"/>
      <dgm:spPr/>
    </dgm:pt>
    <dgm:pt modelId="{4F1F411A-96CB-4F69-8A04-30FA635BFB9B}" type="pres">
      <dgm:prSet presAssocID="{0F5CF454-927D-45B4-952B-3CD8C8B743AE}" presName="hierChild5" presStyleCnt="0"/>
      <dgm:spPr/>
    </dgm:pt>
    <dgm:pt modelId="{B165CC5D-8D49-40AC-9310-587ABF8D8592}" type="pres">
      <dgm:prSet presAssocID="{480C031B-A93F-477A-9662-9C720FCE862C}" presName="Name37" presStyleLbl="parChTrans1D2" presStyleIdx="1" presStyleCnt="6"/>
      <dgm:spPr/>
    </dgm:pt>
    <dgm:pt modelId="{E3D205CB-1E71-4E97-A2B3-BA8479C304A8}" type="pres">
      <dgm:prSet presAssocID="{280D4CE6-815C-4092-BDBC-3A5904CB4785}" presName="hierRoot2" presStyleCnt="0">
        <dgm:presLayoutVars>
          <dgm:hierBranch val="init"/>
        </dgm:presLayoutVars>
      </dgm:prSet>
      <dgm:spPr/>
    </dgm:pt>
    <dgm:pt modelId="{CF7B4EA7-C0E9-49CD-A88B-E2168D644FB5}" type="pres">
      <dgm:prSet presAssocID="{280D4CE6-815C-4092-BDBC-3A5904CB4785}" presName="rootComposite" presStyleCnt="0"/>
      <dgm:spPr/>
    </dgm:pt>
    <dgm:pt modelId="{01425EE5-0085-4FA0-BB3C-06DB0F874652}" type="pres">
      <dgm:prSet presAssocID="{280D4CE6-815C-4092-BDBC-3A5904CB4785}" presName="rootText" presStyleLbl="node2" presStyleIdx="1" presStyleCnt="6">
        <dgm:presLayoutVars>
          <dgm:chPref val="3"/>
        </dgm:presLayoutVars>
      </dgm:prSet>
      <dgm:spPr/>
    </dgm:pt>
    <dgm:pt modelId="{CC7772A2-9D11-42CA-BD24-C4E5A6BCBB28}" type="pres">
      <dgm:prSet presAssocID="{280D4CE6-815C-4092-BDBC-3A5904CB4785}" presName="rootConnector" presStyleLbl="node2" presStyleIdx="1" presStyleCnt="6"/>
      <dgm:spPr/>
    </dgm:pt>
    <dgm:pt modelId="{68EAD3B6-ECF9-4668-B089-E2B3EEEE933F}" type="pres">
      <dgm:prSet presAssocID="{280D4CE6-815C-4092-BDBC-3A5904CB4785}" presName="hierChild4" presStyleCnt="0"/>
      <dgm:spPr/>
    </dgm:pt>
    <dgm:pt modelId="{D4B03B8E-567B-47F7-ABF3-44DE948AAD89}" type="pres">
      <dgm:prSet presAssocID="{4C5F42A4-97DE-49B8-A0A7-A4B2F35808F8}" presName="Name37" presStyleLbl="parChTrans1D3" presStyleIdx="6" presStyleCnt="24"/>
      <dgm:spPr/>
    </dgm:pt>
    <dgm:pt modelId="{414EEC7D-3F11-415D-8A42-D786F45BF6B8}" type="pres">
      <dgm:prSet presAssocID="{DD47F614-2906-4AEF-8E14-FC9675EECDA8}" presName="hierRoot2" presStyleCnt="0">
        <dgm:presLayoutVars>
          <dgm:hierBranch val="init"/>
        </dgm:presLayoutVars>
      </dgm:prSet>
      <dgm:spPr/>
    </dgm:pt>
    <dgm:pt modelId="{3B249792-E69D-46FF-8BAA-9B756CF34B60}" type="pres">
      <dgm:prSet presAssocID="{DD47F614-2906-4AEF-8E14-FC9675EECDA8}" presName="rootComposite" presStyleCnt="0"/>
      <dgm:spPr/>
    </dgm:pt>
    <dgm:pt modelId="{EE17038F-5C7D-4D0A-A112-5BC45F5B4B81}" type="pres">
      <dgm:prSet presAssocID="{DD47F614-2906-4AEF-8E14-FC9675EECDA8}" presName="rootText" presStyleLbl="node3" presStyleIdx="6" presStyleCnt="24" custLinFactNeighborX="1732" custLinFactNeighborY="32161">
        <dgm:presLayoutVars>
          <dgm:chPref val="3"/>
        </dgm:presLayoutVars>
      </dgm:prSet>
      <dgm:spPr/>
    </dgm:pt>
    <dgm:pt modelId="{7861B9B8-99AC-4047-A61E-00CC5624913F}" type="pres">
      <dgm:prSet presAssocID="{DD47F614-2906-4AEF-8E14-FC9675EECDA8}" presName="rootConnector" presStyleLbl="node3" presStyleIdx="6" presStyleCnt="24"/>
      <dgm:spPr/>
    </dgm:pt>
    <dgm:pt modelId="{0A9DA553-C2C3-4F7E-80D5-574960996C14}" type="pres">
      <dgm:prSet presAssocID="{DD47F614-2906-4AEF-8E14-FC9675EECDA8}" presName="hierChild4" presStyleCnt="0"/>
      <dgm:spPr/>
    </dgm:pt>
    <dgm:pt modelId="{F9B10663-8B46-4C30-9697-B63EEA8FE477}" type="pres">
      <dgm:prSet presAssocID="{DD47F614-2906-4AEF-8E14-FC9675EECDA8}" presName="hierChild5" presStyleCnt="0"/>
      <dgm:spPr/>
    </dgm:pt>
    <dgm:pt modelId="{7F6C64FB-D0B3-415D-801C-F347E9BCE420}" type="pres">
      <dgm:prSet presAssocID="{BF69D9C1-F178-48F7-9046-8A71DB05B12C}" presName="Name37" presStyleLbl="parChTrans1D3" presStyleIdx="7" presStyleCnt="24"/>
      <dgm:spPr/>
    </dgm:pt>
    <dgm:pt modelId="{FC41E376-97F4-4A71-A517-AAE0621E03B4}" type="pres">
      <dgm:prSet presAssocID="{15AD0018-0547-433C-BF8D-0E611D048F6D}" presName="hierRoot2" presStyleCnt="0">
        <dgm:presLayoutVars>
          <dgm:hierBranch val="init"/>
        </dgm:presLayoutVars>
      </dgm:prSet>
      <dgm:spPr/>
    </dgm:pt>
    <dgm:pt modelId="{116A5143-D9DF-46E0-8283-BAC218DF0C04}" type="pres">
      <dgm:prSet presAssocID="{15AD0018-0547-433C-BF8D-0E611D048F6D}" presName="rootComposite" presStyleCnt="0"/>
      <dgm:spPr/>
    </dgm:pt>
    <dgm:pt modelId="{448F484B-9AAE-4B3B-9C71-5A0271770B1F}" type="pres">
      <dgm:prSet presAssocID="{15AD0018-0547-433C-BF8D-0E611D048F6D}" presName="rootText" presStyleLbl="node3" presStyleIdx="7" presStyleCnt="24" custLinFactNeighborX="1732" custLinFactNeighborY="32161">
        <dgm:presLayoutVars>
          <dgm:chPref val="3"/>
        </dgm:presLayoutVars>
      </dgm:prSet>
      <dgm:spPr/>
    </dgm:pt>
    <dgm:pt modelId="{A70E2F3C-EE1D-44FF-8A24-1AE06BAB239F}" type="pres">
      <dgm:prSet presAssocID="{15AD0018-0547-433C-BF8D-0E611D048F6D}" presName="rootConnector" presStyleLbl="node3" presStyleIdx="7" presStyleCnt="24"/>
      <dgm:spPr/>
    </dgm:pt>
    <dgm:pt modelId="{E20DAC47-62BF-4D52-A6DC-36658F4BA586}" type="pres">
      <dgm:prSet presAssocID="{15AD0018-0547-433C-BF8D-0E611D048F6D}" presName="hierChild4" presStyleCnt="0"/>
      <dgm:spPr/>
    </dgm:pt>
    <dgm:pt modelId="{B99AC31A-8B93-43FD-815D-5C64751CBEDC}" type="pres">
      <dgm:prSet presAssocID="{15AD0018-0547-433C-BF8D-0E611D048F6D}" presName="hierChild5" presStyleCnt="0"/>
      <dgm:spPr/>
    </dgm:pt>
    <dgm:pt modelId="{161B6F56-B7D2-4AE2-BED2-6AE4B26DB58F}" type="pres">
      <dgm:prSet presAssocID="{CF7171BF-B4C1-4A05-B98C-1FA21E0CA207}" presName="Name37" presStyleLbl="parChTrans1D3" presStyleIdx="8" presStyleCnt="24"/>
      <dgm:spPr/>
    </dgm:pt>
    <dgm:pt modelId="{393F9C05-53E7-478B-8950-EC685EECC2C6}" type="pres">
      <dgm:prSet presAssocID="{CA921FAE-6EF0-4382-8FA4-DAFB2A85A7FE}" presName="hierRoot2" presStyleCnt="0">
        <dgm:presLayoutVars>
          <dgm:hierBranch val="init"/>
        </dgm:presLayoutVars>
      </dgm:prSet>
      <dgm:spPr/>
    </dgm:pt>
    <dgm:pt modelId="{730838FF-B5D4-4C29-94AD-9DF2FDADAA5A}" type="pres">
      <dgm:prSet presAssocID="{CA921FAE-6EF0-4382-8FA4-DAFB2A85A7FE}" presName="rootComposite" presStyleCnt="0"/>
      <dgm:spPr/>
    </dgm:pt>
    <dgm:pt modelId="{69D2A682-8BC1-46B8-93A9-B0672C27531D}" type="pres">
      <dgm:prSet presAssocID="{CA921FAE-6EF0-4382-8FA4-DAFB2A85A7FE}" presName="rootText" presStyleLbl="node3" presStyleIdx="8" presStyleCnt="24" custLinFactNeighborX="-5375" custLinFactNeighborY="16378">
        <dgm:presLayoutVars>
          <dgm:chPref val="3"/>
        </dgm:presLayoutVars>
      </dgm:prSet>
      <dgm:spPr/>
    </dgm:pt>
    <dgm:pt modelId="{86BF57D3-975B-4660-B387-A6868E30871E}" type="pres">
      <dgm:prSet presAssocID="{CA921FAE-6EF0-4382-8FA4-DAFB2A85A7FE}" presName="rootConnector" presStyleLbl="node3" presStyleIdx="8" presStyleCnt="24"/>
      <dgm:spPr/>
    </dgm:pt>
    <dgm:pt modelId="{DA5FCC1D-28B2-4BFA-9EC7-E8E3C9A40779}" type="pres">
      <dgm:prSet presAssocID="{CA921FAE-6EF0-4382-8FA4-DAFB2A85A7FE}" presName="hierChild4" presStyleCnt="0"/>
      <dgm:spPr/>
    </dgm:pt>
    <dgm:pt modelId="{0466B05B-3169-499A-B0FB-A1957E5871DC}" type="pres">
      <dgm:prSet presAssocID="{757C94CE-A128-4951-B08A-E3FAB3D3D6A0}" presName="Name37" presStyleLbl="parChTrans1D4" presStyleIdx="0" presStyleCnt="4"/>
      <dgm:spPr/>
    </dgm:pt>
    <dgm:pt modelId="{8377E83B-BDF4-4728-972A-647B6B8F8869}" type="pres">
      <dgm:prSet presAssocID="{08BCBC13-89A1-45F6-8268-1A8391E4C76A}" presName="hierRoot2" presStyleCnt="0">
        <dgm:presLayoutVars>
          <dgm:hierBranch val="init"/>
        </dgm:presLayoutVars>
      </dgm:prSet>
      <dgm:spPr/>
    </dgm:pt>
    <dgm:pt modelId="{E1E647BB-0156-4EDC-AEFB-EE75B7094E4F}" type="pres">
      <dgm:prSet presAssocID="{08BCBC13-89A1-45F6-8268-1A8391E4C76A}" presName="rootComposite" presStyleCnt="0"/>
      <dgm:spPr/>
    </dgm:pt>
    <dgm:pt modelId="{90763E7A-1DF1-4602-8035-A73F2B2D15F6}" type="pres">
      <dgm:prSet presAssocID="{08BCBC13-89A1-45F6-8268-1A8391E4C76A}" presName="rootText" presStyleLbl="node4" presStyleIdx="0" presStyleCnt="4" custLinFactNeighborX="1732" custLinFactNeighborY="32161">
        <dgm:presLayoutVars>
          <dgm:chPref val="3"/>
        </dgm:presLayoutVars>
      </dgm:prSet>
      <dgm:spPr/>
    </dgm:pt>
    <dgm:pt modelId="{EDDF8D7A-8EC3-49B2-B833-CEADF89A31A7}" type="pres">
      <dgm:prSet presAssocID="{08BCBC13-89A1-45F6-8268-1A8391E4C76A}" presName="rootConnector" presStyleLbl="node4" presStyleIdx="0" presStyleCnt="4"/>
      <dgm:spPr/>
    </dgm:pt>
    <dgm:pt modelId="{015683B8-58CD-44BD-93F0-9BBC0BB52A39}" type="pres">
      <dgm:prSet presAssocID="{08BCBC13-89A1-45F6-8268-1A8391E4C76A}" presName="hierChild4" presStyleCnt="0"/>
      <dgm:spPr/>
    </dgm:pt>
    <dgm:pt modelId="{242FE8EE-E37B-46F0-8344-70DE4665E726}" type="pres">
      <dgm:prSet presAssocID="{08BCBC13-89A1-45F6-8268-1A8391E4C76A}" presName="hierChild5" presStyleCnt="0"/>
      <dgm:spPr/>
    </dgm:pt>
    <dgm:pt modelId="{BBBD3DE3-E58C-45A4-B484-B174CBD18FD0}" type="pres">
      <dgm:prSet presAssocID="{DF31C888-D1EB-485B-8172-4D58C9199EF9}" presName="Name37" presStyleLbl="parChTrans1D4" presStyleIdx="1" presStyleCnt="4"/>
      <dgm:spPr/>
    </dgm:pt>
    <dgm:pt modelId="{457FF776-CDFE-4A62-863E-546D9F4A23B4}" type="pres">
      <dgm:prSet presAssocID="{66177C60-2489-4E99-9FD6-5138BC6255F9}" presName="hierRoot2" presStyleCnt="0">
        <dgm:presLayoutVars>
          <dgm:hierBranch val="init"/>
        </dgm:presLayoutVars>
      </dgm:prSet>
      <dgm:spPr/>
    </dgm:pt>
    <dgm:pt modelId="{53BD3259-F556-4164-9568-A436B95511D5}" type="pres">
      <dgm:prSet presAssocID="{66177C60-2489-4E99-9FD6-5138BC6255F9}" presName="rootComposite" presStyleCnt="0"/>
      <dgm:spPr/>
    </dgm:pt>
    <dgm:pt modelId="{088E1076-FE12-4E5D-8A0B-5704D1ADD23F}" type="pres">
      <dgm:prSet presAssocID="{66177C60-2489-4E99-9FD6-5138BC6255F9}" presName="rootText" presStyleLbl="node4" presStyleIdx="1" presStyleCnt="4" custLinFactNeighborX="1732" custLinFactNeighborY="32161">
        <dgm:presLayoutVars>
          <dgm:chPref val="3"/>
        </dgm:presLayoutVars>
      </dgm:prSet>
      <dgm:spPr/>
    </dgm:pt>
    <dgm:pt modelId="{45224CDF-2E10-4675-B377-7A7C3AA307B3}" type="pres">
      <dgm:prSet presAssocID="{66177C60-2489-4E99-9FD6-5138BC6255F9}" presName="rootConnector" presStyleLbl="node4" presStyleIdx="1" presStyleCnt="4"/>
      <dgm:spPr/>
    </dgm:pt>
    <dgm:pt modelId="{A1009275-B3BB-4D99-9331-518EE1712D0A}" type="pres">
      <dgm:prSet presAssocID="{66177C60-2489-4E99-9FD6-5138BC6255F9}" presName="hierChild4" presStyleCnt="0"/>
      <dgm:spPr/>
    </dgm:pt>
    <dgm:pt modelId="{A9CFF279-D551-49A6-9D3D-F97A3F117793}" type="pres">
      <dgm:prSet presAssocID="{66177C60-2489-4E99-9FD6-5138BC6255F9}" presName="hierChild5" presStyleCnt="0"/>
      <dgm:spPr/>
    </dgm:pt>
    <dgm:pt modelId="{700630CD-557A-42B4-83B1-1DE840608AA5}" type="pres">
      <dgm:prSet presAssocID="{E55E6E7F-AC68-4E9D-9A36-E6B8A8F8A87E}" presName="Name37" presStyleLbl="parChTrans1D4" presStyleIdx="2" presStyleCnt="4"/>
      <dgm:spPr/>
    </dgm:pt>
    <dgm:pt modelId="{ECD4255D-4E60-4D18-8DA7-4C587029BA1D}" type="pres">
      <dgm:prSet presAssocID="{0798EEB8-F3FC-4A20-87E6-F5C7AC412C8D}" presName="hierRoot2" presStyleCnt="0">
        <dgm:presLayoutVars>
          <dgm:hierBranch val="init"/>
        </dgm:presLayoutVars>
      </dgm:prSet>
      <dgm:spPr/>
    </dgm:pt>
    <dgm:pt modelId="{2402A561-8749-4F25-9353-312ECD926740}" type="pres">
      <dgm:prSet presAssocID="{0798EEB8-F3FC-4A20-87E6-F5C7AC412C8D}" presName="rootComposite" presStyleCnt="0"/>
      <dgm:spPr/>
    </dgm:pt>
    <dgm:pt modelId="{91EF6D16-83B9-44E9-8D31-478A5DF507F0}" type="pres">
      <dgm:prSet presAssocID="{0798EEB8-F3FC-4A20-87E6-F5C7AC412C8D}" presName="rootText" presStyleLbl="node4" presStyleIdx="2" presStyleCnt="4" custLinFactNeighborX="1732" custLinFactNeighborY="32161">
        <dgm:presLayoutVars>
          <dgm:chPref val="3"/>
        </dgm:presLayoutVars>
      </dgm:prSet>
      <dgm:spPr/>
    </dgm:pt>
    <dgm:pt modelId="{1AF5FD4C-FFD0-46A3-9177-910AFA459CB8}" type="pres">
      <dgm:prSet presAssocID="{0798EEB8-F3FC-4A20-87E6-F5C7AC412C8D}" presName="rootConnector" presStyleLbl="node4" presStyleIdx="2" presStyleCnt="4"/>
      <dgm:spPr/>
    </dgm:pt>
    <dgm:pt modelId="{25FC9565-DF0A-4A1D-9599-B313AAE453E2}" type="pres">
      <dgm:prSet presAssocID="{0798EEB8-F3FC-4A20-87E6-F5C7AC412C8D}" presName="hierChild4" presStyleCnt="0"/>
      <dgm:spPr/>
    </dgm:pt>
    <dgm:pt modelId="{6A50726C-D228-455D-B6EA-AD9656150D9A}" type="pres">
      <dgm:prSet presAssocID="{0798EEB8-F3FC-4A20-87E6-F5C7AC412C8D}" presName="hierChild5" presStyleCnt="0"/>
      <dgm:spPr/>
    </dgm:pt>
    <dgm:pt modelId="{6C58EFFC-2EF1-4522-87F3-0B7755BADCC2}" type="pres">
      <dgm:prSet presAssocID="{CB20F947-43EA-4912-B478-21A38EC8D920}" presName="Name37" presStyleLbl="parChTrans1D4" presStyleIdx="3" presStyleCnt="4"/>
      <dgm:spPr/>
    </dgm:pt>
    <dgm:pt modelId="{82BD8AE2-2F6D-43F2-9741-E698D0A6CFF1}" type="pres">
      <dgm:prSet presAssocID="{2670BB65-D511-4877-BDAB-7435331DC7EF}" presName="hierRoot2" presStyleCnt="0">
        <dgm:presLayoutVars>
          <dgm:hierBranch val="init"/>
        </dgm:presLayoutVars>
      </dgm:prSet>
      <dgm:spPr/>
    </dgm:pt>
    <dgm:pt modelId="{3861E764-D6DC-42C1-94ED-EB5AFFDD6D1D}" type="pres">
      <dgm:prSet presAssocID="{2670BB65-D511-4877-BDAB-7435331DC7EF}" presName="rootComposite" presStyleCnt="0"/>
      <dgm:spPr/>
    </dgm:pt>
    <dgm:pt modelId="{3CC92F4D-FF85-47B7-B1EE-418E7D7D5BDA}" type="pres">
      <dgm:prSet presAssocID="{2670BB65-D511-4877-BDAB-7435331DC7EF}" presName="rootText" presStyleLbl="node4" presStyleIdx="3" presStyleCnt="4" custLinFactNeighborX="1732" custLinFactNeighborY="32161">
        <dgm:presLayoutVars>
          <dgm:chPref val="3"/>
        </dgm:presLayoutVars>
      </dgm:prSet>
      <dgm:spPr/>
    </dgm:pt>
    <dgm:pt modelId="{9CCEF096-9B0D-4010-B0B1-23ED138FC939}" type="pres">
      <dgm:prSet presAssocID="{2670BB65-D511-4877-BDAB-7435331DC7EF}" presName="rootConnector" presStyleLbl="node4" presStyleIdx="3" presStyleCnt="4"/>
      <dgm:spPr/>
    </dgm:pt>
    <dgm:pt modelId="{FF380B3D-98B7-4963-9EF0-9DBE5074DAEA}" type="pres">
      <dgm:prSet presAssocID="{2670BB65-D511-4877-BDAB-7435331DC7EF}" presName="hierChild4" presStyleCnt="0"/>
      <dgm:spPr/>
    </dgm:pt>
    <dgm:pt modelId="{6DAC6D8D-6602-4D33-8938-68C9D96F3424}" type="pres">
      <dgm:prSet presAssocID="{2670BB65-D511-4877-BDAB-7435331DC7EF}" presName="hierChild5" presStyleCnt="0"/>
      <dgm:spPr/>
    </dgm:pt>
    <dgm:pt modelId="{EC4FB82E-1EF6-44CE-9E61-AD097AE1485D}" type="pres">
      <dgm:prSet presAssocID="{CA921FAE-6EF0-4382-8FA4-DAFB2A85A7FE}" presName="hierChild5" presStyleCnt="0"/>
      <dgm:spPr/>
    </dgm:pt>
    <dgm:pt modelId="{4DBED41D-6849-4700-B73C-D2CBD5DDABDF}" type="pres">
      <dgm:prSet presAssocID="{280D4CE6-815C-4092-BDBC-3A5904CB4785}" presName="hierChild5" presStyleCnt="0"/>
      <dgm:spPr/>
    </dgm:pt>
    <dgm:pt modelId="{3740BD30-236D-45C3-8534-0B3A61A6F670}" type="pres">
      <dgm:prSet presAssocID="{E61E06BF-83E3-4907-8704-2C55A184E948}" presName="Name37" presStyleLbl="parChTrans1D2" presStyleIdx="2" presStyleCnt="6"/>
      <dgm:spPr/>
    </dgm:pt>
    <dgm:pt modelId="{F2488370-ED5D-470F-B8E6-16E3E9829493}" type="pres">
      <dgm:prSet presAssocID="{130939D8-FF9D-4C62-BBF5-5CC441F3267A}" presName="hierRoot2" presStyleCnt="0">
        <dgm:presLayoutVars>
          <dgm:hierBranch val="init"/>
        </dgm:presLayoutVars>
      </dgm:prSet>
      <dgm:spPr/>
    </dgm:pt>
    <dgm:pt modelId="{8033763E-0126-479D-90DE-ECDC3ACB94CE}" type="pres">
      <dgm:prSet presAssocID="{130939D8-FF9D-4C62-BBF5-5CC441F3267A}" presName="rootComposite" presStyleCnt="0"/>
      <dgm:spPr/>
    </dgm:pt>
    <dgm:pt modelId="{A30A3491-8A58-472B-8DC2-326C89378EAB}" type="pres">
      <dgm:prSet presAssocID="{130939D8-FF9D-4C62-BBF5-5CC441F3267A}" presName="rootText" presStyleLbl="node2" presStyleIdx="2" presStyleCnt="6">
        <dgm:presLayoutVars>
          <dgm:chPref val="3"/>
        </dgm:presLayoutVars>
      </dgm:prSet>
      <dgm:spPr/>
    </dgm:pt>
    <dgm:pt modelId="{BD9253BA-C16A-45E8-AC04-E25AEB1D3A02}" type="pres">
      <dgm:prSet presAssocID="{130939D8-FF9D-4C62-BBF5-5CC441F3267A}" presName="rootConnector" presStyleLbl="node2" presStyleIdx="2" presStyleCnt="6"/>
      <dgm:spPr/>
    </dgm:pt>
    <dgm:pt modelId="{0B2F5866-3883-4EAE-BD76-914F3B76A633}" type="pres">
      <dgm:prSet presAssocID="{130939D8-FF9D-4C62-BBF5-5CC441F3267A}" presName="hierChild4" presStyleCnt="0"/>
      <dgm:spPr/>
    </dgm:pt>
    <dgm:pt modelId="{290F95C4-381D-4B37-AF11-94DD087B3BC6}" type="pres">
      <dgm:prSet presAssocID="{37A919C7-203F-4459-95D7-C0F0094EA27A}" presName="Name37" presStyleLbl="parChTrans1D3" presStyleIdx="9" presStyleCnt="24"/>
      <dgm:spPr/>
    </dgm:pt>
    <dgm:pt modelId="{3369AFD3-B4E7-4C94-88F2-357926E5924D}" type="pres">
      <dgm:prSet presAssocID="{E924D03B-610A-4A53-B094-E490DD8D765B}" presName="hierRoot2" presStyleCnt="0">
        <dgm:presLayoutVars>
          <dgm:hierBranch val="init"/>
        </dgm:presLayoutVars>
      </dgm:prSet>
      <dgm:spPr/>
    </dgm:pt>
    <dgm:pt modelId="{0560EB01-F6C7-4BC9-909A-6A6682E92D89}" type="pres">
      <dgm:prSet presAssocID="{E924D03B-610A-4A53-B094-E490DD8D765B}" presName="rootComposite" presStyleCnt="0"/>
      <dgm:spPr/>
    </dgm:pt>
    <dgm:pt modelId="{D6AC3BE8-F1EC-4DFF-A376-CD613BA55AE4}" type="pres">
      <dgm:prSet presAssocID="{E924D03B-610A-4A53-B094-E490DD8D765B}" presName="rootText" presStyleLbl="node3" presStyleIdx="9" presStyleCnt="24" custLinFactNeighborX="1732" custLinFactNeighborY="32161">
        <dgm:presLayoutVars>
          <dgm:chPref val="3"/>
        </dgm:presLayoutVars>
      </dgm:prSet>
      <dgm:spPr/>
    </dgm:pt>
    <dgm:pt modelId="{CE8790F8-47E6-4611-B210-99682D5E8749}" type="pres">
      <dgm:prSet presAssocID="{E924D03B-610A-4A53-B094-E490DD8D765B}" presName="rootConnector" presStyleLbl="node3" presStyleIdx="9" presStyleCnt="24"/>
      <dgm:spPr/>
    </dgm:pt>
    <dgm:pt modelId="{21F323E7-4597-44BE-898A-163F861CFC4B}" type="pres">
      <dgm:prSet presAssocID="{E924D03B-610A-4A53-B094-E490DD8D765B}" presName="hierChild4" presStyleCnt="0"/>
      <dgm:spPr/>
    </dgm:pt>
    <dgm:pt modelId="{3B88948D-3ECA-4B59-8B13-C09417B3F8F2}" type="pres">
      <dgm:prSet presAssocID="{E924D03B-610A-4A53-B094-E490DD8D765B}" presName="hierChild5" presStyleCnt="0"/>
      <dgm:spPr/>
    </dgm:pt>
    <dgm:pt modelId="{B9487BF5-9863-42FD-9992-023B85CB2114}" type="pres">
      <dgm:prSet presAssocID="{70A3C7D1-DECC-4601-9D7F-E2684AFEB4E8}" presName="Name37" presStyleLbl="parChTrans1D3" presStyleIdx="10" presStyleCnt="24"/>
      <dgm:spPr/>
    </dgm:pt>
    <dgm:pt modelId="{82A71116-5417-4558-AB6E-BC4D358164A8}" type="pres">
      <dgm:prSet presAssocID="{7B2A8CF9-C44F-4932-B5DF-CB849FAD6D4A}" presName="hierRoot2" presStyleCnt="0">
        <dgm:presLayoutVars>
          <dgm:hierBranch val="init"/>
        </dgm:presLayoutVars>
      </dgm:prSet>
      <dgm:spPr/>
    </dgm:pt>
    <dgm:pt modelId="{1235362F-9067-4213-A7DC-9DDF882C2A55}" type="pres">
      <dgm:prSet presAssocID="{7B2A8CF9-C44F-4932-B5DF-CB849FAD6D4A}" presName="rootComposite" presStyleCnt="0"/>
      <dgm:spPr/>
    </dgm:pt>
    <dgm:pt modelId="{EE6572A9-13CF-4C89-9B21-326857B6568A}" type="pres">
      <dgm:prSet presAssocID="{7B2A8CF9-C44F-4932-B5DF-CB849FAD6D4A}" presName="rootText" presStyleLbl="node3" presStyleIdx="10" presStyleCnt="24" custLinFactNeighborX="1732" custLinFactNeighborY="32161">
        <dgm:presLayoutVars>
          <dgm:chPref val="3"/>
        </dgm:presLayoutVars>
      </dgm:prSet>
      <dgm:spPr/>
    </dgm:pt>
    <dgm:pt modelId="{48D6C8E5-3B82-4B02-9457-5F8FC7633E75}" type="pres">
      <dgm:prSet presAssocID="{7B2A8CF9-C44F-4932-B5DF-CB849FAD6D4A}" presName="rootConnector" presStyleLbl="node3" presStyleIdx="10" presStyleCnt="24"/>
      <dgm:spPr/>
    </dgm:pt>
    <dgm:pt modelId="{9897B59A-7EC3-4E41-B6D4-86264B9F366C}" type="pres">
      <dgm:prSet presAssocID="{7B2A8CF9-C44F-4932-B5DF-CB849FAD6D4A}" presName="hierChild4" presStyleCnt="0"/>
      <dgm:spPr/>
    </dgm:pt>
    <dgm:pt modelId="{5FF2E393-D376-427A-9933-B4075C082B44}" type="pres">
      <dgm:prSet presAssocID="{7B2A8CF9-C44F-4932-B5DF-CB849FAD6D4A}" presName="hierChild5" presStyleCnt="0"/>
      <dgm:spPr/>
    </dgm:pt>
    <dgm:pt modelId="{B5DCD854-7171-4A3C-92AB-D9C5A4265137}" type="pres">
      <dgm:prSet presAssocID="{A37DDAD1-867F-4BA4-B673-C450C5F94B3B}" presName="Name37" presStyleLbl="parChTrans1D3" presStyleIdx="11" presStyleCnt="24"/>
      <dgm:spPr/>
    </dgm:pt>
    <dgm:pt modelId="{AE63DCB0-191F-49BD-8D6F-BBE3B020981B}" type="pres">
      <dgm:prSet presAssocID="{F5CEDF20-1646-401F-8E71-7DAB5D1C4BE9}" presName="hierRoot2" presStyleCnt="0">
        <dgm:presLayoutVars>
          <dgm:hierBranch val="init"/>
        </dgm:presLayoutVars>
      </dgm:prSet>
      <dgm:spPr/>
    </dgm:pt>
    <dgm:pt modelId="{386592A2-09E8-47F7-81A3-6D03AFA9F215}" type="pres">
      <dgm:prSet presAssocID="{F5CEDF20-1646-401F-8E71-7DAB5D1C4BE9}" presName="rootComposite" presStyleCnt="0"/>
      <dgm:spPr/>
    </dgm:pt>
    <dgm:pt modelId="{E1894C04-C197-4832-9699-95247623A7F2}" type="pres">
      <dgm:prSet presAssocID="{F5CEDF20-1646-401F-8E71-7DAB5D1C4BE9}" presName="rootText" presStyleLbl="node3" presStyleIdx="11" presStyleCnt="24" custLinFactNeighborX="1732" custLinFactNeighborY="32161">
        <dgm:presLayoutVars>
          <dgm:chPref val="3"/>
        </dgm:presLayoutVars>
      </dgm:prSet>
      <dgm:spPr/>
    </dgm:pt>
    <dgm:pt modelId="{1FD5C84E-778B-4EB3-B577-78F13FE66E7D}" type="pres">
      <dgm:prSet presAssocID="{F5CEDF20-1646-401F-8E71-7DAB5D1C4BE9}" presName="rootConnector" presStyleLbl="node3" presStyleIdx="11" presStyleCnt="24"/>
      <dgm:spPr/>
    </dgm:pt>
    <dgm:pt modelId="{17C3A07D-34C1-4A98-8ABC-B92C4CDF2FB9}" type="pres">
      <dgm:prSet presAssocID="{F5CEDF20-1646-401F-8E71-7DAB5D1C4BE9}" presName="hierChild4" presStyleCnt="0"/>
      <dgm:spPr/>
    </dgm:pt>
    <dgm:pt modelId="{FA9C5C3D-22C5-4CCC-A0D4-900128A249D9}" type="pres">
      <dgm:prSet presAssocID="{F5CEDF20-1646-401F-8E71-7DAB5D1C4BE9}" presName="hierChild5" presStyleCnt="0"/>
      <dgm:spPr/>
    </dgm:pt>
    <dgm:pt modelId="{DE2EF3BA-8516-4C9A-9A03-079BE6BE7FCE}" type="pres">
      <dgm:prSet presAssocID="{130939D8-FF9D-4C62-BBF5-5CC441F3267A}" presName="hierChild5" presStyleCnt="0"/>
      <dgm:spPr/>
    </dgm:pt>
    <dgm:pt modelId="{6E4B1598-2190-4C67-98C9-634D043C049F}" type="pres">
      <dgm:prSet presAssocID="{5A35C4DD-B415-40B1-9DA5-42E581E7D43A}" presName="Name37" presStyleLbl="parChTrans1D2" presStyleIdx="3" presStyleCnt="6"/>
      <dgm:spPr/>
    </dgm:pt>
    <dgm:pt modelId="{8DDA5F85-F263-4C55-9485-5F8E5B3BDBEB}" type="pres">
      <dgm:prSet presAssocID="{21D0E94C-DA72-495A-B6F2-81E735CCC937}" presName="hierRoot2" presStyleCnt="0">
        <dgm:presLayoutVars>
          <dgm:hierBranch val="init"/>
        </dgm:presLayoutVars>
      </dgm:prSet>
      <dgm:spPr/>
    </dgm:pt>
    <dgm:pt modelId="{F95FE574-EB41-47BD-9389-02BB518ADF5F}" type="pres">
      <dgm:prSet presAssocID="{21D0E94C-DA72-495A-B6F2-81E735CCC937}" presName="rootComposite" presStyleCnt="0"/>
      <dgm:spPr/>
    </dgm:pt>
    <dgm:pt modelId="{F0E34183-AFCF-4A59-898E-5C117B483DC5}" type="pres">
      <dgm:prSet presAssocID="{21D0E94C-DA72-495A-B6F2-81E735CCC937}" presName="rootText" presStyleLbl="node2" presStyleIdx="3" presStyleCnt="6">
        <dgm:presLayoutVars>
          <dgm:chPref val="3"/>
        </dgm:presLayoutVars>
      </dgm:prSet>
      <dgm:spPr/>
    </dgm:pt>
    <dgm:pt modelId="{12658C6D-1638-4233-9B01-F6081530E942}" type="pres">
      <dgm:prSet presAssocID="{21D0E94C-DA72-495A-B6F2-81E735CCC937}" presName="rootConnector" presStyleLbl="node2" presStyleIdx="3" presStyleCnt="6"/>
      <dgm:spPr/>
    </dgm:pt>
    <dgm:pt modelId="{BC7EEC85-BE8D-4C5B-83A5-CAE8E2DF6E61}" type="pres">
      <dgm:prSet presAssocID="{21D0E94C-DA72-495A-B6F2-81E735CCC937}" presName="hierChild4" presStyleCnt="0"/>
      <dgm:spPr/>
    </dgm:pt>
    <dgm:pt modelId="{19D2F51E-CE79-4A4F-A633-5CA94550A53E}" type="pres">
      <dgm:prSet presAssocID="{DE0153A1-25BB-4572-BF65-F03FA8CD8E4C}" presName="Name37" presStyleLbl="parChTrans1D3" presStyleIdx="12" presStyleCnt="24"/>
      <dgm:spPr/>
    </dgm:pt>
    <dgm:pt modelId="{961965BD-E6CD-401C-9F78-6A9439481071}" type="pres">
      <dgm:prSet presAssocID="{699131A8-64C0-4036-968B-2E309BD6075A}" presName="hierRoot2" presStyleCnt="0">
        <dgm:presLayoutVars>
          <dgm:hierBranch val="init"/>
        </dgm:presLayoutVars>
      </dgm:prSet>
      <dgm:spPr/>
    </dgm:pt>
    <dgm:pt modelId="{C0A5AFF4-FDEC-410E-9E12-7BA4E7CDD898}" type="pres">
      <dgm:prSet presAssocID="{699131A8-64C0-4036-968B-2E309BD6075A}" presName="rootComposite" presStyleCnt="0"/>
      <dgm:spPr/>
    </dgm:pt>
    <dgm:pt modelId="{79305C54-5FD0-448F-B1B7-4FD8461DC20D}" type="pres">
      <dgm:prSet presAssocID="{699131A8-64C0-4036-968B-2E309BD6075A}" presName="rootText" presStyleLbl="node3" presStyleIdx="12" presStyleCnt="24" custLinFactNeighborX="1732" custLinFactNeighborY="32161">
        <dgm:presLayoutVars>
          <dgm:chPref val="3"/>
        </dgm:presLayoutVars>
      </dgm:prSet>
      <dgm:spPr/>
    </dgm:pt>
    <dgm:pt modelId="{016771AB-A5FF-4A70-8F96-AAA33E5558D3}" type="pres">
      <dgm:prSet presAssocID="{699131A8-64C0-4036-968B-2E309BD6075A}" presName="rootConnector" presStyleLbl="node3" presStyleIdx="12" presStyleCnt="24"/>
      <dgm:spPr/>
    </dgm:pt>
    <dgm:pt modelId="{336CF3E4-7A7C-478F-A5BB-70801B96E8BA}" type="pres">
      <dgm:prSet presAssocID="{699131A8-64C0-4036-968B-2E309BD6075A}" presName="hierChild4" presStyleCnt="0"/>
      <dgm:spPr/>
    </dgm:pt>
    <dgm:pt modelId="{4FF522CA-FD42-4A40-A30B-429CA8C03513}" type="pres">
      <dgm:prSet presAssocID="{699131A8-64C0-4036-968B-2E309BD6075A}" presName="hierChild5" presStyleCnt="0"/>
      <dgm:spPr/>
    </dgm:pt>
    <dgm:pt modelId="{13BBB3CB-8722-4AA5-B548-6E7CDCCC676C}" type="pres">
      <dgm:prSet presAssocID="{E35B6F17-1ABB-4757-AC6B-AE7178B97D90}" presName="Name37" presStyleLbl="parChTrans1D3" presStyleIdx="13" presStyleCnt="24"/>
      <dgm:spPr/>
    </dgm:pt>
    <dgm:pt modelId="{6223523B-777B-43BB-A960-5E39607DF768}" type="pres">
      <dgm:prSet presAssocID="{8DF33748-1676-4408-9853-B91198692B04}" presName="hierRoot2" presStyleCnt="0">
        <dgm:presLayoutVars>
          <dgm:hierBranch val="init"/>
        </dgm:presLayoutVars>
      </dgm:prSet>
      <dgm:spPr/>
    </dgm:pt>
    <dgm:pt modelId="{B431B0DF-1077-4937-BF1B-9990264175B0}" type="pres">
      <dgm:prSet presAssocID="{8DF33748-1676-4408-9853-B91198692B04}" presName="rootComposite" presStyleCnt="0"/>
      <dgm:spPr/>
    </dgm:pt>
    <dgm:pt modelId="{149E07FA-2F2C-446C-86A6-AAF403C355F6}" type="pres">
      <dgm:prSet presAssocID="{8DF33748-1676-4408-9853-B91198692B04}" presName="rootText" presStyleLbl="node3" presStyleIdx="13" presStyleCnt="24" custLinFactNeighborX="1732" custLinFactNeighborY="32161">
        <dgm:presLayoutVars>
          <dgm:chPref val="3"/>
        </dgm:presLayoutVars>
      </dgm:prSet>
      <dgm:spPr/>
    </dgm:pt>
    <dgm:pt modelId="{EF28CE2D-6BBC-4B9C-AF8A-1214A72439EE}" type="pres">
      <dgm:prSet presAssocID="{8DF33748-1676-4408-9853-B91198692B04}" presName="rootConnector" presStyleLbl="node3" presStyleIdx="13" presStyleCnt="24"/>
      <dgm:spPr/>
    </dgm:pt>
    <dgm:pt modelId="{50DCD0D9-C420-4778-B806-C0F3ADADF095}" type="pres">
      <dgm:prSet presAssocID="{8DF33748-1676-4408-9853-B91198692B04}" presName="hierChild4" presStyleCnt="0"/>
      <dgm:spPr/>
    </dgm:pt>
    <dgm:pt modelId="{2298545C-F108-4AB1-823D-D7AF7FADF47C}" type="pres">
      <dgm:prSet presAssocID="{8DF33748-1676-4408-9853-B91198692B04}" presName="hierChild5" presStyleCnt="0"/>
      <dgm:spPr/>
    </dgm:pt>
    <dgm:pt modelId="{6204E2FE-6D11-4DD9-9B46-BAF073B45806}" type="pres">
      <dgm:prSet presAssocID="{86803B56-6350-4F84-8ACC-47DFD2B5A8D1}" presName="Name37" presStyleLbl="parChTrans1D3" presStyleIdx="14" presStyleCnt="24"/>
      <dgm:spPr/>
    </dgm:pt>
    <dgm:pt modelId="{CE6FD214-F15A-4D19-8301-F1729031A457}" type="pres">
      <dgm:prSet presAssocID="{FE1DB740-7FC2-488A-A3DA-D1A1777622AC}" presName="hierRoot2" presStyleCnt="0">
        <dgm:presLayoutVars>
          <dgm:hierBranch val="init"/>
        </dgm:presLayoutVars>
      </dgm:prSet>
      <dgm:spPr/>
    </dgm:pt>
    <dgm:pt modelId="{2F6DBCFB-27CD-4C2C-AD43-7C23CE2DAA06}" type="pres">
      <dgm:prSet presAssocID="{FE1DB740-7FC2-488A-A3DA-D1A1777622AC}" presName="rootComposite" presStyleCnt="0"/>
      <dgm:spPr/>
    </dgm:pt>
    <dgm:pt modelId="{19591AB9-CF54-4C65-A015-1EE523B862D7}" type="pres">
      <dgm:prSet presAssocID="{FE1DB740-7FC2-488A-A3DA-D1A1777622AC}" presName="rootText" presStyleLbl="node3" presStyleIdx="14" presStyleCnt="24" custLinFactNeighborX="1732" custLinFactNeighborY="32161">
        <dgm:presLayoutVars>
          <dgm:chPref val="3"/>
        </dgm:presLayoutVars>
      </dgm:prSet>
      <dgm:spPr/>
    </dgm:pt>
    <dgm:pt modelId="{DB514973-F47B-4324-9DB2-DA9047020452}" type="pres">
      <dgm:prSet presAssocID="{FE1DB740-7FC2-488A-A3DA-D1A1777622AC}" presName="rootConnector" presStyleLbl="node3" presStyleIdx="14" presStyleCnt="24"/>
      <dgm:spPr/>
    </dgm:pt>
    <dgm:pt modelId="{4223593A-D8BB-43FC-A1CE-75CEE9A7C4AC}" type="pres">
      <dgm:prSet presAssocID="{FE1DB740-7FC2-488A-A3DA-D1A1777622AC}" presName="hierChild4" presStyleCnt="0"/>
      <dgm:spPr/>
    </dgm:pt>
    <dgm:pt modelId="{4FC5F2E3-956D-4524-AF67-ABBA36A68BF5}" type="pres">
      <dgm:prSet presAssocID="{FE1DB740-7FC2-488A-A3DA-D1A1777622AC}" presName="hierChild5" presStyleCnt="0"/>
      <dgm:spPr/>
    </dgm:pt>
    <dgm:pt modelId="{3F0497C5-22C7-4361-9C3A-9A2597ADE390}" type="pres">
      <dgm:prSet presAssocID="{21D0E94C-DA72-495A-B6F2-81E735CCC937}" presName="hierChild5" presStyleCnt="0"/>
      <dgm:spPr/>
    </dgm:pt>
    <dgm:pt modelId="{2EAB6254-DD7E-4ABD-8491-603FBBECF064}" type="pres">
      <dgm:prSet presAssocID="{6F38A8A2-BF6F-43EF-89F2-BE4B54A9C2F5}" presName="Name37" presStyleLbl="parChTrans1D2" presStyleIdx="4" presStyleCnt="6"/>
      <dgm:spPr/>
    </dgm:pt>
    <dgm:pt modelId="{BD043599-BE65-4391-A6B2-47B7EBF758E5}" type="pres">
      <dgm:prSet presAssocID="{24CA8868-06DB-421F-9294-E952FB4416B4}" presName="hierRoot2" presStyleCnt="0">
        <dgm:presLayoutVars>
          <dgm:hierBranch val="init"/>
        </dgm:presLayoutVars>
      </dgm:prSet>
      <dgm:spPr/>
    </dgm:pt>
    <dgm:pt modelId="{D9778AD6-C5FD-4794-B821-E8BAA7543083}" type="pres">
      <dgm:prSet presAssocID="{24CA8868-06DB-421F-9294-E952FB4416B4}" presName="rootComposite" presStyleCnt="0"/>
      <dgm:spPr/>
    </dgm:pt>
    <dgm:pt modelId="{D020FBC7-5B46-4AC1-B759-1EA73C0FABAD}" type="pres">
      <dgm:prSet presAssocID="{24CA8868-06DB-421F-9294-E952FB4416B4}" presName="rootText" presStyleLbl="node2" presStyleIdx="4" presStyleCnt="6">
        <dgm:presLayoutVars>
          <dgm:chPref val="3"/>
        </dgm:presLayoutVars>
      </dgm:prSet>
      <dgm:spPr/>
    </dgm:pt>
    <dgm:pt modelId="{AD66411B-D1B9-4AEF-975D-81E351018799}" type="pres">
      <dgm:prSet presAssocID="{24CA8868-06DB-421F-9294-E952FB4416B4}" presName="rootConnector" presStyleLbl="node2" presStyleIdx="4" presStyleCnt="6"/>
      <dgm:spPr/>
    </dgm:pt>
    <dgm:pt modelId="{431F32EF-D86B-4432-BFCC-B10DD5B8CA75}" type="pres">
      <dgm:prSet presAssocID="{24CA8868-06DB-421F-9294-E952FB4416B4}" presName="hierChild4" presStyleCnt="0"/>
      <dgm:spPr/>
    </dgm:pt>
    <dgm:pt modelId="{4AD9EF72-64DF-4159-8B33-45C8C9F551DC}" type="pres">
      <dgm:prSet presAssocID="{FC24AFD2-4CD4-4299-8036-B39B67D40158}" presName="Name37" presStyleLbl="parChTrans1D3" presStyleIdx="15" presStyleCnt="24"/>
      <dgm:spPr/>
    </dgm:pt>
    <dgm:pt modelId="{A1000250-37E3-4C85-8A5F-132C8C8101EC}" type="pres">
      <dgm:prSet presAssocID="{E07B3CB5-AED6-40AC-A633-D650C3A6FFAE}" presName="hierRoot2" presStyleCnt="0">
        <dgm:presLayoutVars>
          <dgm:hierBranch val="init"/>
        </dgm:presLayoutVars>
      </dgm:prSet>
      <dgm:spPr/>
    </dgm:pt>
    <dgm:pt modelId="{CBCF8D29-A470-4C54-AF3E-6BD8837ED575}" type="pres">
      <dgm:prSet presAssocID="{E07B3CB5-AED6-40AC-A633-D650C3A6FFAE}" presName="rootComposite" presStyleCnt="0"/>
      <dgm:spPr/>
    </dgm:pt>
    <dgm:pt modelId="{567F2FE8-B1C5-4784-8807-40F0C688E5EC}" type="pres">
      <dgm:prSet presAssocID="{E07B3CB5-AED6-40AC-A633-D650C3A6FFAE}" presName="rootText" presStyleLbl="node3" presStyleIdx="15" presStyleCnt="24" custLinFactNeighborX="1732" custLinFactNeighborY="32161">
        <dgm:presLayoutVars>
          <dgm:chPref val="3"/>
        </dgm:presLayoutVars>
      </dgm:prSet>
      <dgm:spPr/>
    </dgm:pt>
    <dgm:pt modelId="{38662B6C-BCFE-4C4F-BC47-9A980D582CD4}" type="pres">
      <dgm:prSet presAssocID="{E07B3CB5-AED6-40AC-A633-D650C3A6FFAE}" presName="rootConnector" presStyleLbl="node3" presStyleIdx="15" presStyleCnt="24"/>
      <dgm:spPr/>
    </dgm:pt>
    <dgm:pt modelId="{87E9AD49-4370-4EE9-87D6-CE9BE053B7F0}" type="pres">
      <dgm:prSet presAssocID="{E07B3CB5-AED6-40AC-A633-D650C3A6FFAE}" presName="hierChild4" presStyleCnt="0"/>
      <dgm:spPr/>
    </dgm:pt>
    <dgm:pt modelId="{162ED995-9E2E-4CFD-AA72-A349B3C0B67D}" type="pres">
      <dgm:prSet presAssocID="{E07B3CB5-AED6-40AC-A633-D650C3A6FFAE}" presName="hierChild5" presStyleCnt="0"/>
      <dgm:spPr/>
    </dgm:pt>
    <dgm:pt modelId="{B75738E5-7CBE-4FD9-BB32-471C55117008}" type="pres">
      <dgm:prSet presAssocID="{A1B4B66A-721E-403F-B87D-E6F14CC4890F}" presName="Name37" presStyleLbl="parChTrans1D3" presStyleIdx="16" presStyleCnt="24"/>
      <dgm:spPr/>
    </dgm:pt>
    <dgm:pt modelId="{97916833-2109-46DC-959F-577638778898}" type="pres">
      <dgm:prSet presAssocID="{7EB2988F-2666-4D46-8273-ECFB35EBFB07}" presName="hierRoot2" presStyleCnt="0">
        <dgm:presLayoutVars>
          <dgm:hierBranch val="init"/>
        </dgm:presLayoutVars>
      </dgm:prSet>
      <dgm:spPr/>
    </dgm:pt>
    <dgm:pt modelId="{2871092D-5B8A-43DD-8C2F-5B12DBD7F0D9}" type="pres">
      <dgm:prSet presAssocID="{7EB2988F-2666-4D46-8273-ECFB35EBFB07}" presName="rootComposite" presStyleCnt="0"/>
      <dgm:spPr/>
    </dgm:pt>
    <dgm:pt modelId="{07FB75AD-AEE8-4F71-A222-44FB84F9B6CE}" type="pres">
      <dgm:prSet presAssocID="{7EB2988F-2666-4D46-8273-ECFB35EBFB07}" presName="rootText" presStyleLbl="node3" presStyleIdx="16" presStyleCnt="24" custLinFactNeighborX="1732" custLinFactNeighborY="32161">
        <dgm:presLayoutVars>
          <dgm:chPref val="3"/>
        </dgm:presLayoutVars>
      </dgm:prSet>
      <dgm:spPr/>
    </dgm:pt>
    <dgm:pt modelId="{CFB9DE35-1631-4B72-B014-2B1026047663}" type="pres">
      <dgm:prSet presAssocID="{7EB2988F-2666-4D46-8273-ECFB35EBFB07}" presName="rootConnector" presStyleLbl="node3" presStyleIdx="16" presStyleCnt="24"/>
      <dgm:spPr/>
    </dgm:pt>
    <dgm:pt modelId="{32DB0389-BD80-4F6C-BF52-F1908D0787FF}" type="pres">
      <dgm:prSet presAssocID="{7EB2988F-2666-4D46-8273-ECFB35EBFB07}" presName="hierChild4" presStyleCnt="0"/>
      <dgm:spPr/>
    </dgm:pt>
    <dgm:pt modelId="{0662005A-EFC5-487D-B5D9-1073488EB843}" type="pres">
      <dgm:prSet presAssocID="{7EB2988F-2666-4D46-8273-ECFB35EBFB07}" presName="hierChild5" presStyleCnt="0"/>
      <dgm:spPr/>
    </dgm:pt>
    <dgm:pt modelId="{FF5CC99C-05C3-4B3A-8068-9787A54732E9}" type="pres">
      <dgm:prSet presAssocID="{8E97ECF6-1239-44C5-9A6A-344C630397AF}" presName="Name37" presStyleLbl="parChTrans1D3" presStyleIdx="17" presStyleCnt="24"/>
      <dgm:spPr/>
    </dgm:pt>
    <dgm:pt modelId="{EC3662E4-668D-4A23-9FEC-4BB3ECC5FA28}" type="pres">
      <dgm:prSet presAssocID="{5E14A570-1389-43E0-A888-DF77301F2559}" presName="hierRoot2" presStyleCnt="0">
        <dgm:presLayoutVars>
          <dgm:hierBranch val="init"/>
        </dgm:presLayoutVars>
      </dgm:prSet>
      <dgm:spPr/>
    </dgm:pt>
    <dgm:pt modelId="{60866622-1398-4B1D-9101-AEA25018E767}" type="pres">
      <dgm:prSet presAssocID="{5E14A570-1389-43E0-A888-DF77301F2559}" presName="rootComposite" presStyleCnt="0"/>
      <dgm:spPr/>
    </dgm:pt>
    <dgm:pt modelId="{2DE75C61-B602-4E7C-A740-9464C86C8B6D}" type="pres">
      <dgm:prSet presAssocID="{5E14A570-1389-43E0-A888-DF77301F2559}" presName="rootText" presStyleLbl="node3" presStyleIdx="17" presStyleCnt="24" custLinFactNeighborX="1732" custLinFactNeighborY="32161">
        <dgm:presLayoutVars>
          <dgm:chPref val="3"/>
        </dgm:presLayoutVars>
      </dgm:prSet>
      <dgm:spPr/>
    </dgm:pt>
    <dgm:pt modelId="{E9F035C9-BC96-476D-937C-657795AFA306}" type="pres">
      <dgm:prSet presAssocID="{5E14A570-1389-43E0-A888-DF77301F2559}" presName="rootConnector" presStyleLbl="node3" presStyleIdx="17" presStyleCnt="24"/>
      <dgm:spPr/>
    </dgm:pt>
    <dgm:pt modelId="{8BC5EC5C-301C-48E6-BAF9-C5C93C5B3A49}" type="pres">
      <dgm:prSet presAssocID="{5E14A570-1389-43E0-A888-DF77301F2559}" presName="hierChild4" presStyleCnt="0"/>
      <dgm:spPr/>
    </dgm:pt>
    <dgm:pt modelId="{E04C25F8-498D-45AB-9AAD-647703612433}" type="pres">
      <dgm:prSet presAssocID="{5E14A570-1389-43E0-A888-DF77301F2559}" presName="hierChild5" presStyleCnt="0"/>
      <dgm:spPr/>
    </dgm:pt>
    <dgm:pt modelId="{2D86882A-8F17-4E76-A2F7-D263EB3C19A3}" type="pres">
      <dgm:prSet presAssocID="{D3175A40-58FE-4C09-8092-EBC2B7B675F7}" presName="Name37" presStyleLbl="parChTrans1D3" presStyleIdx="18" presStyleCnt="24"/>
      <dgm:spPr/>
    </dgm:pt>
    <dgm:pt modelId="{E410984B-E33A-4208-88C2-A67A6B75083F}" type="pres">
      <dgm:prSet presAssocID="{85E95A94-65D1-436E-8846-675EC8ED170B}" presName="hierRoot2" presStyleCnt="0">
        <dgm:presLayoutVars>
          <dgm:hierBranch val="init"/>
        </dgm:presLayoutVars>
      </dgm:prSet>
      <dgm:spPr/>
    </dgm:pt>
    <dgm:pt modelId="{A0173E36-322B-445A-8272-F01C165D89BC}" type="pres">
      <dgm:prSet presAssocID="{85E95A94-65D1-436E-8846-675EC8ED170B}" presName="rootComposite" presStyleCnt="0"/>
      <dgm:spPr/>
    </dgm:pt>
    <dgm:pt modelId="{B28300C8-5D52-46EA-B33D-C1C0CF2FCCF1}" type="pres">
      <dgm:prSet presAssocID="{85E95A94-65D1-436E-8846-675EC8ED170B}" presName="rootText" presStyleLbl="node3" presStyleIdx="18" presStyleCnt="24" custLinFactNeighborX="1732" custLinFactNeighborY="32161">
        <dgm:presLayoutVars>
          <dgm:chPref val="3"/>
        </dgm:presLayoutVars>
      </dgm:prSet>
      <dgm:spPr/>
    </dgm:pt>
    <dgm:pt modelId="{527AD8BC-C7EA-4EBD-A19E-42FA21539842}" type="pres">
      <dgm:prSet presAssocID="{85E95A94-65D1-436E-8846-675EC8ED170B}" presName="rootConnector" presStyleLbl="node3" presStyleIdx="18" presStyleCnt="24"/>
      <dgm:spPr/>
    </dgm:pt>
    <dgm:pt modelId="{83EA409A-BD8F-4548-AB25-45D5F08193E5}" type="pres">
      <dgm:prSet presAssocID="{85E95A94-65D1-436E-8846-675EC8ED170B}" presName="hierChild4" presStyleCnt="0"/>
      <dgm:spPr/>
    </dgm:pt>
    <dgm:pt modelId="{623F9125-B3DA-4223-9343-B525634308A2}" type="pres">
      <dgm:prSet presAssocID="{85E95A94-65D1-436E-8846-675EC8ED170B}" presName="hierChild5" presStyleCnt="0"/>
      <dgm:spPr/>
    </dgm:pt>
    <dgm:pt modelId="{300BD4F5-FEA9-4602-81CF-B80AAD39E11E}" type="pres">
      <dgm:prSet presAssocID="{24CA8868-06DB-421F-9294-E952FB4416B4}" presName="hierChild5" presStyleCnt="0"/>
      <dgm:spPr/>
    </dgm:pt>
    <dgm:pt modelId="{2E284006-A995-448E-AC24-C5C8D1BB13FD}" type="pres">
      <dgm:prSet presAssocID="{43E89D23-663C-4ED0-B7DB-95C391C493E4}" presName="Name37" presStyleLbl="parChTrans1D2" presStyleIdx="5" presStyleCnt="6"/>
      <dgm:spPr/>
    </dgm:pt>
    <dgm:pt modelId="{0A23A8FA-F028-46FE-902B-7DB94DF055A8}" type="pres">
      <dgm:prSet presAssocID="{9F7C180C-FFE7-4448-BD07-12C46F6FA537}" presName="hierRoot2" presStyleCnt="0">
        <dgm:presLayoutVars>
          <dgm:hierBranch val="init"/>
        </dgm:presLayoutVars>
      </dgm:prSet>
      <dgm:spPr/>
    </dgm:pt>
    <dgm:pt modelId="{33DDE5A2-3CA0-483B-AB88-5C1F9371D1A8}" type="pres">
      <dgm:prSet presAssocID="{9F7C180C-FFE7-4448-BD07-12C46F6FA537}" presName="rootComposite" presStyleCnt="0"/>
      <dgm:spPr/>
    </dgm:pt>
    <dgm:pt modelId="{0AE3D0ED-63D1-4F94-86C6-40747408068F}" type="pres">
      <dgm:prSet presAssocID="{9F7C180C-FFE7-4448-BD07-12C46F6FA537}" presName="rootText" presStyleLbl="node2" presStyleIdx="5" presStyleCnt="6">
        <dgm:presLayoutVars>
          <dgm:chPref val="3"/>
        </dgm:presLayoutVars>
      </dgm:prSet>
      <dgm:spPr/>
    </dgm:pt>
    <dgm:pt modelId="{24031AEA-0E78-4F81-BA2E-5063911A5ACF}" type="pres">
      <dgm:prSet presAssocID="{9F7C180C-FFE7-4448-BD07-12C46F6FA537}" presName="rootConnector" presStyleLbl="node2" presStyleIdx="5" presStyleCnt="6"/>
      <dgm:spPr/>
    </dgm:pt>
    <dgm:pt modelId="{9895874E-E8DC-43C1-B64D-4CB6EDB50137}" type="pres">
      <dgm:prSet presAssocID="{9F7C180C-FFE7-4448-BD07-12C46F6FA537}" presName="hierChild4" presStyleCnt="0"/>
      <dgm:spPr/>
    </dgm:pt>
    <dgm:pt modelId="{7FE227FE-0C2F-4A5A-ADC6-81C9230944A9}" type="pres">
      <dgm:prSet presAssocID="{AAC86858-C5DF-4066-8565-5471265B9101}" presName="Name37" presStyleLbl="parChTrans1D3" presStyleIdx="19" presStyleCnt="24"/>
      <dgm:spPr/>
    </dgm:pt>
    <dgm:pt modelId="{AC2C97A2-11E8-44A6-9845-0913A5390F8F}" type="pres">
      <dgm:prSet presAssocID="{B6E68B95-1A73-48ED-BBF4-96101F5DE7B2}" presName="hierRoot2" presStyleCnt="0">
        <dgm:presLayoutVars>
          <dgm:hierBranch val="init"/>
        </dgm:presLayoutVars>
      </dgm:prSet>
      <dgm:spPr/>
    </dgm:pt>
    <dgm:pt modelId="{A58A1179-37B1-4037-B686-AF37930E8EF3}" type="pres">
      <dgm:prSet presAssocID="{B6E68B95-1A73-48ED-BBF4-96101F5DE7B2}" presName="rootComposite" presStyleCnt="0"/>
      <dgm:spPr/>
    </dgm:pt>
    <dgm:pt modelId="{3D6272FF-F0EE-4E8A-B2C5-1CD7E1DD1243}" type="pres">
      <dgm:prSet presAssocID="{B6E68B95-1A73-48ED-BBF4-96101F5DE7B2}" presName="rootText" presStyleLbl="node3" presStyleIdx="19" presStyleCnt="24" custLinFactNeighborX="1732" custLinFactNeighborY="32161">
        <dgm:presLayoutVars>
          <dgm:chPref val="3"/>
        </dgm:presLayoutVars>
      </dgm:prSet>
      <dgm:spPr/>
    </dgm:pt>
    <dgm:pt modelId="{0C7AE003-87AD-4C52-92CC-BF5D68F2616A}" type="pres">
      <dgm:prSet presAssocID="{B6E68B95-1A73-48ED-BBF4-96101F5DE7B2}" presName="rootConnector" presStyleLbl="node3" presStyleIdx="19" presStyleCnt="24"/>
      <dgm:spPr/>
    </dgm:pt>
    <dgm:pt modelId="{4EC51D6E-54BF-428B-8460-102F742720C4}" type="pres">
      <dgm:prSet presAssocID="{B6E68B95-1A73-48ED-BBF4-96101F5DE7B2}" presName="hierChild4" presStyleCnt="0"/>
      <dgm:spPr/>
    </dgm:pt>
    <dgm:pt modelId="{DFB79F9C-AC6D-4B3F-920A-7A43ADA8301C}" type="pres">
      <dgm:prSet presAssocID="{B6E68B95-1A73-48ED-BBF4-96101F5DE7B2}" presName="hierChild5" presStyleCnt="0"/>
      <dgm:spPr/>
    </dgm:pt>
    <dgm:pt modelId="{29578D9C-2D7B-4EFF-B784-794E6C2AE28B}" type="pres">
      <dgm:prSet presAssocID="{B7CAEBBA-0690-456C-A0AF-DF3BF6A48258}" presName="Name37" presStyleLbl="parChTrans1D3" presStyleIdx="20" presStyleCnt="24"/>
      <dgm:spPr/>
    </dgm:pt>
    <dgm:pt modelId="{FFB7C365-0EC1-4910-8E22-156D4584A914}" type="pres">
      <dgm:prSet presAssocID="{B6FBB4EB-25C0-4DC5-9F73-850AAFD506EC}" presName="hierRoot2" presStyleCnt="0">
        <dgm:presLayoutVars>
          <dgm:hierBranch val="init"/>
        </dgm:presLayoutVars>
      </dgm:prSet>
      <dgm:spPr/>
    </dgm:pt>
    <dgm:pt modelId="{429A0492-1655-4721-B559-1B968417BDE4}" type="pres">
      <dgm:prSet presAssocID="{B6FBB4EB-25C0-4DC5-9F73-850AAFD506EC}" presName="rootComposite" presStyleCnt="0"/>
      <dgm:spPr/>
    </dgm:pt>
    <dgm:pt modelId="{37FC7A73-124B-4A72-97DB-104AD65E3C3E}" type="pres">
      <dgm:prSet presAssocID="{B6FBB4EB-25C0-4DC5-9F73-850AAFD506EC}" presName="rootText" presStyleLbl="node3" presStyleIdx="20" presStyleCnt="24" custLinFactNeighborX="1732" custLinFactNeighborY="32161">
        <dgm:presLayoutVars>
          <dgm:chPref val="3"/>
        </dgm:presLayoutVars>
      </dgm:prSet>
      <dgm:spPr/>
    </dgm:pt>
    <dgm:pt modelId="{6A4D2606-9041-463C-9167-CC4EEF3CDB31}" type="pres">
      <dgm:prSet presAssocID="{B6FBB4EB-25C0-4DC5-9F73-850AAFD506EC}" presName="rootConnector" presStyleLbl="node3" presStyleIdx="20" presStyleCnt="24"/>
      <dgm:spPr/>
    </dgm:pt>
    <dgm:pt modelId="{029EA48D-FC2F-490A-B985-98D3221D9A5F}" type="pres">
      <dgm:prSet presAssocID="{B6FBB4EB-25C0-4DC5-9F73-850AAFD506EC}" presName="hierChild4" presStyleCnt="0"/>
      <dgm:spPr/>
    </dgm:pt>
    <dgm:pt modelId="{9E17228D-93C2-4DDE-B47E-63EE44A2E570}" type="pres">
      <dgm:prSet presAssocID="{B6FBB4EB-25C0-4DC5-9F73-850AAFD506EC}" presName="hierChild5" presStyleCnt="0"/>
      <dgm:spPr/>
    </dgm:pt>
    <dgm:pt modelId="{91EDA7FC-C56D-4AEE-8CDC-5557F061ACB5}" type="pres">
      <dgm:prSet presAssocID="{4066B227-874E-47BD-B7D7-0705C5648AA9}" presName="Name37" presStyleLbl="parChTrans1D3" presStyleIdx="21" presStyleCnt="24"/>
      <dgm:spPr/>
    </dgm:pt>
    <dgm:pt modelId="{756CF440-1DAE-46EC-AFE3-D34193D79B19}" type="pres">
      <dgm:prSet presAssocID="{BA296EFC-4FB3-4DD2-B38C-B16BB744213E}" presName="hierRoot2" presStyleCnt="0">
        <dgm:presLayoutVars>
          <dgm:hierBranch val="init"/>
        </dgm:presLayoutVars>
      </dgm:prSet>
      <dgm:spPr/>
    </dgm:pt>
    <dgm:pt modelId="{B5869E6F-4604-4A83-90B1-4034D6B4F67E}" type="pres">
      <dgm:prSet presAssocID="{BA296EFC-4FB3-4DD2-B38C-B16BB744213E}" presName="rootComposite" presStyleCnt="0"/>
      <dgm:spPr/>
    </dgm:pt>
    <dgm:pt modelId="{50EA0ABD-7269-4351-8053-82F2CAB52513}" type="pres">
      <dgm:prSet presAssocID="{BA296EFC-4FB3-4DD2-B38C-B16BB744213E}" presName="rootText" presStyleLbl="node3" presStyleIdx="21" presStyleCnt="24" custLinFactNeighborX="1732" custLinFactNeighborY="32161">
        <dgm:presLayoutVars>
          <dgm:chPref val="3"/>
        </dgm:presLayoutVars>
      </dgm:prSet>
      <dgm:spPr/>
    </dgm:pt>
    <dgm:pt modelId="{046E7411-FBB8-4115-B452-29C66141EDC5}" type="pres">
      <dgm:prSet presAssocID="{BA296EFC-4FB3-4DD2-B38C-B16BB744213E}" presName="rootConnector" presStyleLbl="node3" presStyleIdx="21" presStyleCnt="24"/>
      <dgm:spPr/>
    </dgm:pt>
    <dgm:pt modelId="{9EAC063C-F287-4BC7-8945-D06934A9A47F}" type="pres">
      <dgm:prSet presAssocID="{BA296EFC-4FB3-4DD2-B38C-B16BB744213E}" presName="hierChild4" presStyleCnt="0"/>
      <dgm:spPr/>
    </dgm:pt>
    <dgm:pt modelId="{7534F1CD-7C31-4F76-AD60-02B48A2348AF}" type="pres">
      <dgm:prSet presAssocID="{BA296EFC-4FB3-4DD2-B38C-B16BB744213E}" presName="hierChild5" presStyleCnt="0"/>
      <dgm:spPr/>
    </dgm:pt>
    <dgm:pt modelId="{27797F7E-4CE2-49C8-B7DE-124385C1E9EC}" type="pres">
      <dgm:prSet presAssocID="{1DC6F22F-D4E0-4C7D-8FA3-DA956A81ACF8}" presName="Name37" presStyleLbl="parChTrans1D3" presStyleIdx="22" presStyleCnt="24"/>
      <dgm:spPr/>
    </dgm:pt>
    <dgm:pt modelId="{A9729366-0D36-44A4-AF2C-1DE769D603C0}" type="pres">
      <dgm:prSet presAssocID="{40626D09-E18C-4AE0-A805-6E9157E7FFDD}" presName="hierRoot2" presStyleCnt="0">
        <dgm:presLayoutVars>
          <dgm:hierBranch val="init"/>
        </dgm:presLayoutVars>
      </dgm:prSet>
      <dgm:spPr/>
    </dgm:pt>
    <dgm:pt modelId="{4CC4F3C3-4839-4E2A-B57D-69A4BEC8337C}" type="pres">
      <dgm:prSet presAssocID="{40626D09-E18C-4AE0-A805-6E9157E7FFDD}" presName="rootComposite" presStyleCnt="0"/>
      <dgm:spPr/>
    </dgm:pt>
    <dgm:pt modelId="{25A309EF-5EDD-495D-AA4E-FE3FB2AF020A}" type="pres">
      <dgm:prSet presAssocID="{40626D09-E18C-4AE0-A805-6E9157E7FFDD}" presName="rootText" presStyleLbl="node3" presStyleIdx="22" presStyleCnt="24" custScaleX="109578" custScaleY="95904" custLinFactNeighborX="4865" custLinFactNeighborY="32161">
        <dgm:presLayoutVars>
          <dgm:chPref val="3"/>
        </dgm:presLayoutVars>
      </dgm:prSet>
      <dgm:spPr/>
    </dgm:pt>
    <dgm:pt modelId="{A1CAEBDD-5485-4BEE-858D-602D3ABB64DB}" type="pres">
      <dgm:prSet presAssocID="{40626D09-E18C-4AE0-A805-6E9157E7FFDD}" presName="rootConnector" presStyleLbl="node3" presStyleIdx="22" presStyleCnt="24"/>
      <dgm:spPr/>
    </dgm:pt>
    <dgm:pt modelId="{1AE187AE-0465-40E1-9DD5-E97750C259D1}" type="pres">
      <dgm:prSet presAssocID="{40626D09-E18C-4AE0-A805-6E9157E7FFDD}" presName="hierChild4" presStyleCnt="0"/>
      <dgm:spPr/>
    </dgm:pt>
    <dgm:pt modelId="{35887371-D93F-421A-A18B-AA95EFF86035}" type="pres">
      <dgm:prSet presAssocID="{40626D09-E18C-4AE0-A805-6E9157E7FFDD}" presName="hierChild5" presStyleCnt="0"/>
      <dgm:spPr/>
    </dgm:pt>
    <dgm:pt modelId="{DE6275D1-E3B4-4238-A8BB-462FC0F1A30F}" type="pres">
      <dgm:prSet presAssocID="{D2F0E853-9E7F-4704-ACFF-D0870021C250}" presName="Name37" presStyleLbl="parChTrans1D3" presStyleIdx="23" presStyleCnt="24"/>
      <dgm:spPr/>
    </dgm:pt>
    <dgm:pt modelId="{234AA4FB-2BAF-41DF-8F68-B6870A8E30C5}" type="pres">
      <dgm:prSet presAssocID="{02BB0AE9-6ED5-4A05-87C4-438D5C45F983}" presName="hierRoot2" presStyleCnt="0">
        <dgm:presLayoutVars>
          <dgm:hierBranch val="init"/>
        </dgm:presLayoutVars>
      </dgm:prSet>
      <dgm:spPr/>
    </dgm:pt>
    <dgm:pt modelId="{99C3EC55-6F74-4FB5-B367-CFC70B0D2E81}" type="pres">
      <dgm:prSet presAssocID="{02BB0AE9-6ED5-4A05-87C4-438D5C45F983}" presName="rootComposite" presStyleCnt="0"/>
      <dgm:spPr/>
    </dgm:pt>
    <dgm:pt modelId="{29314228-F19C-4CFF-823B-35DD7A745421}" type="pres">
      <dgm:prSet presAssocID="{02BB0AE9-6ED5-4A05-87C4-438D5C45F983}" presName="rootText" presStyleLbl="node3" presStyleIdx="23" presStyleCnt="24" custScaleX="121334" custScaleY="83569" custLinFactNeighborX="1732" custLinFactNeighborY="18130">
        <dgm:presLayoutVars>
          <dgm:chPref val="3"/>
        </dgm:presLayoutVars>
      </dgm:prSet>
      <dgm:spPr/>
    </dgm:pt>
    <dgm:pt modelId="{60ACF420-E236-44CF-928F-CA9839CF4369}" type="pres">
      <dgm:prSet presAssocID="{02BB0AE9-6ED5-4A05-87C4-438D5C45F983}" presName="rootConnector" presStyleLbl="node3" presStyleIdx="23" presStyleCnt="24"/>
      <dgm:spPr/>
    </dgm:pt>
    <dgm:pt modelId="{EC6F6780-B00D-4261-9EDE-9035C82DE94A}" type="pres">
      <dgm:prSet presAssocID="{02BB0AE9-6ED5-4A05-87C4-438D5C45F983}" presName="hierChild4" presStyleCnt="0"/>
      <dgm:spPr/>
    </dgm:pt>
    <dgm:pt modelId="{C5109401-4F94-4356-B717-7339361D6921}" type="pres">
      <dgm:prSet presAssocID="{02BB0AE9-6ED5-4A05-87C4-438D5C45F983}" presName="hierChild5" presStyleCnt="0"/>
      <dgm:spPr/>
    </dgm:pt>
    <dgm:pt modelId="{495FA3AF-9DC5-4AF6-8B7E-3818D39F54DB}" type="pres">
      <dgm:prSet presAssocID="{9F7C180C-FFE7-4448-BD07-12C46F6FA537}" presName="hierChild5" presStyleCnt="0"/>
      <dgm:spPr/>
    </dgm:pt>
    <dgm:pt modelId="{CFBDDD98-E279-40A0-A647-FE7718347663}" type="pres">
      <dgm:prSet presAssocID="{BFCDAC46-2C68-4385-B22F-F7B8FFDA34C7}" presName="hierChild3" presStyleCnt="0"/>
      <dgm:spPr/>
    </dgm:pt>
  </dgm:ptLst>
  <dgm:cxnLst>
    <dgm:cxn modelId="{15938203-E71B-46B7-B63D-8D12657F77AA}" type="presOf" srcId="{699131A8-64C0-4036-968B-2E309BD6075A}" destId="{79305C54-5FD0-448F-B1B7-4FD8461DC20D}" srcOrd="0" destOrd="0" presId="urn:microsoft.com/office/officeart/2005/8/layout/orgChart1"/>
    <dgm:cxn modelId="{79102604-3F38-4521-B1E6-5701440CCAC0}" type="presOf" srcId="{9F7C180C-FFE7-4448-BD07-12C46F6FA537}" destId="{0AE3D0ED-63D1-4F94-86C6-40747408068F}" srcOrd="0" destOrd="0" presId="urn:microsoft.com/office/officeart/2005/8/layout/orgChart1"/>
    <dgm:cxn modelId="{34E11708-EFA3-4D02-B227-E06C9949101F}" type="presOf" srcId="{24CA8868-06DB-421F-9294-E952FB4416B4}" destId="{AD66411B-D1B9-4AEF-975D-81E351018799}" srcOrd="1" destOrd="0" presId="urn:microsoft.com/office/officeart/2005/8/layout/orgChart1"/>
    <dgm:cxn modelId="{57BC8F0A-0296-4C8D-8F37-8FD79A3E23C8}" type="presOf" srcId="{7EB2988F-2666-4D46-8273-ECFB35EBFB07}" destId="{CFB9DE35-1631-4B72-B014-2B1026047663}" srcOrd="1" destOrd="0" presId="urn:microsoft.com/office/officeart/2005/8/layout/orgChart1"/>
    <dgm:cxn modelId="{9058890E-9A67-42E6-A89B-2CDC15122EAB}" type="presOf" srcId="{4CC26775-B16D-4D79-9C9B-EAC830DDF225}" destId="{00E5E37E-4151-4771-B06C-2E43329DA4D0}" srcOrd="0" destOrd="0" presId="urn:microsoft.com/office/officeart/2005/8/layout/orgChart1"/>
    <dgm:cxn modelId="{19A8D00F-EAAB-48E7-94EF-4A9D89E25A1B}" type="presOf" srcId="{99E078DF-6261-41D9-AA72-4B6C0160DE5F}" destId="{4ED439FC-29ED-4CA6-BB29-4E81EF5FA919}" srcOrd="0" destOrd="0" presId="urn:microsoft.com/office/officeart/2005/8/layout/orgChart1"/>
    <dgm:cxn modelId="{D4DDDC0F-C0A9-42F3-8599-E29FB4664F3E}" type="presOf" srcId="{A1B4B66A-721E-403F-B87D-E6F14CC4890F}" destId="{B75738E5-7CBE-4FD9-BB32-471C55117008}" srcOrd="0" destOrd="0" presId="urn:microsoft.com/office/officeart/2005/8/layout/orgChart1"/>
    <dgm:cxn modelId="{B7764211-3C6F-49AB-ACE3-7ADCA8B99B2A}" type="presOf" srcId="{655EA0E9-988B-47C3-9D7A-69B4360C3D36}" destId="{8E46F807-7FD9-435B-AB7D-766AFE83DAC1}" srcOrd="0" destOrd="0" presId="urn:microsoft.com/office/officeart/2005/8/layout/orgChart1"/>
    <dgm:cxn modelId="{595ADE11-75C8-4D63-8820-CA4FB145AE28}" type="presOf" srcId="{2D732B7C-31EE-4E83-86AF-09C96254F0D9}" destId="{CE1D1960-1F4F-415B-8D7F-943DF12EF761}" srcOrd="0" destOrd="0" presId="urn:microsoft.com/office/officeart/2005/8/layout/orgChart1"/>
    <dgm:cxn modelId="{569F3612-C165-4F8F-98D3-4ED9BEA3BB16}" srcId="{CA921FAE-6EF0-4382-8FA4-DAFB2A85A7FE}" destId="{66177C60-2489-4E99-9FD6-5138BC6255F9}" srcOrd="1" destOrd="0" parTransId="{DF31C888-D1EB-485B-8172-4D58C9199EF9}" sibTransId="{BAB2E11E-C0CA-4AEA-BF83-BF470FAC2A40}"/>
    <dgm:cxn modelId="{16D0D812-8D8C-45D1-9976-1C23F5270C33}" type="presOf" srcId="{E924D03B-610A-4A53-B094-E490DD8D765B}" destId="{CE8790F8-47E6-4611-B210-99682D5E8749}" srcOrd="1" destOrd="0" presId="urn:microsoft.com/office/officeart/2005/8/layout/orgChart1"/>
    <dgm:cxn modelId="{06D52114-F391-4BE0-B67A-6C09A676559B}" type="presOf" srcId="{2670BB65-D511-4877-BDAB-7435331DC7EF}" destId="{3CC92F4D-FF85-47B7-B1EE-418E7D7D5BDA}" srcOrd="0" destOrd="0" presId="urn:microsoft.com/office/officeart/2005/8/layout/orgChart1"/>
    <dgm:cxn modelId="{82564B14-7F21-480B-9A75-32831D162BC4}" type="presOf" srcId="{D3175A40-58FE-4C09-8092-EBC2B7B675F7}" destId="{2D86882A-8F17-4E76-A2F7-D263EB3C19A3}" srcOrd="0" destOrd="0" presId="urn:microsoft.com/office/officeart/2005/8/layout/orgChart1"/>
    <dgm:cxn modelId="{F6807217-0BFF-4F32-85BA-AC1A7DBB3059}" type="presOf" srcId="{3E6BCA18-DFF7-41CF-9DBF-EDCAEFFB3082}" destId="{16EBE107-EB9F-4265-BDD0-7937840A3CF6}" srcOrd="0" destOrd="0" presId="urn:microsoft.com/office/officeart/2005/8/layout/orgChart1"/>
    <dgm:cxn modelId="{E1701F18-2399-41DF-83CC-945E829EEF18}" type="presOf" srcId="{3E6BCA18-DFF7-41CF-9DBF-EDCAEFFB3082}" destId="{F593DA2D-DB73-4505-90F3-37002221DB3D}" srcOrd="1" destOrd="0" presId="urn:microsoft.com/office/officeart/2005/8/layout/orgChart1"/>
    <dgm:cxn modelId="{A91BC818-C840-46D4-A108-C0D93B6A81CC}" type="presOf" srcId="{0F5CF454-927D-45B4-952B-3CD8C8B743AE}" destId="{A89B9552-1A21-4FE6-9573-B216A5B9C5F6}" srcOrd="1" destOrd="0" presId="urn:microsoft.com/office/officeart/2005/8/layout/orgChart1"/>
    <dgm:cxn modelId="{BCA1181B-E0F5-4D1A-A54A-3C2C3CEA40C5}" type="presOf" srcId="{15AD0018-0547-433C-BF8D-0E611D048F6D}" destId="{A70E2F3C-EE1D-44FF-8A24-1AE06BAB239F}" srcOrd="1" destOrd="0" presId="urn:microsoft.com/office/officeart/2005/8/layout/orgChart1"/>
    <dgm:cxn modelId="{6B80351D-D9F8-4A9F-BF37-A6EBB9156122}" type="presOf" srcId="{FE1DB740-7FC2-488A-A3DA-D1A1777622AC}" destId="{DB514973-F47B-4324-9DB2-DA9047020452}" srcOrd="1" destOrd="0" presId="urn:microsoft.com/office/officeart/2005/8/layout/orgChart1"/>
    <dgm:cxn modelId="{43D20E20-FE42-40B9-9076-71605F6CB36E}" type="presOf" srcId="{7EB2988F-2666-4D46-8273-ECFB35EBFB07}" destId="{07FB75AD-AEE8-4F71-A222-44FB84F9B6CE}" srcOrd="0" destOrd="0" presId="urn:microsoft.com/office/officeart/2005/8/layout/orgChart1"/>
    <dgm:cxn modelId="{C96E4820-EBF2-4D38-AE35-125CFC279E82}" type="presOf" srcId="{7B2A8CF9-C44F-4932-B5DF-CB849FAD6D4A}" destId="{EE6572A9-13CF-4C89-9B21-326857B6568A}" srcOrd="0" destOrd="0" presId="urn:microsoft.com/office/officeart/2005/8/layout/orgChart1"/>
    <dgm:cxn modelId="{FECE9920-D137-4321-B731-BDF9FBEF789B}" type="presOf" srcId="{E07B3CB5-AED6-40AC-A633-D650C3A6FFAE}" destId="{567F2FE8-B1C5-4784-8807-40F0C688E5EC}" srcOrd="0" destOrd="0" presId="urn:microsoft.com/office/officeart/2005/8/layout/orgChart1"/>
    <dgm:cxn modelId="{EF505826-F71A-4154-8E6A-8232FA411B00}" type="presOf" srcId="{BA296EFC-4FB3-4DD2-B38C-B16BB744213E}" destId="{50EA0ABD-7269-4351-8053-82F2CAB52513}" srcOrd="0" destOrd="0" presId="urn:microsoft.com/office/officeart/2005/8/layout/orgChart1"/>
    <dgm:cxn modelId="{53B6C926-218A-4369-B307-9213F0F7B688}" type="presOf" srcId="{CF7171BF-B4C1-4A05-B98C-1FA21E0CA207}" destId="{161B6F56-B7D2-4AE2-BED2-6AE4B26DB58F}" srcOrd="0" destOrd="0" presId="urn:microsoft.com/office/officeart/2005/8/layout/orgChart1"/>
    <dgm:cxn modelId="{5B0A5329-FD3E-42A9-859F-C3B8377B1717}" type="presOf" srcId="{6F38A8A2-BF6F-43EF-89F2-BE4B54A9C2F5}" destId="{2EAB6254-DD7E-4ABD-8491-603FBBECF064}" srcOrd="0" destOrd="0" presId="urn:microsoft.com/office/officeart/2005/8/layout/orgChart1"/>
    <dgm:cxn modelId="{AD96AE29-5F31-4C5D-9182-5DB00F0DE075}" type="presOf" srcId="{B56C276F-4CC8-4312-A214-0EDBC9926154}" destId="{3BAECF77-0155-4D59-AE8F-6B8DAD53F18F}" srcOrd="0" destOrd="0" presId="urn:microsoft.com/office/officeart/2005/8/layout/orgChart1"/>
    <dgm:cxn modelId="{039BD629-52D7-4FC6-8E3B-7AD44AB8FE43}" type="presOf" srcId="{02BB0AE9-6ED5-4A05-87C4-438D5C45F983}" destId="{60ACF420-E236-44CF-928F-CA9839CF4369}" srcOrd="1" destOrd="0" presId="urn:microsoft.com/office/officeart/2005/8/layout/orgChart1"/>
    <dgm:cxn modelId="{E5A9BD2C-E98A-4339-B8A8-778BF13FB208}" type="presOf" srcId="{2BD2BBF4-AE4B-48FE-96D0-ADE1131449DD}" destId="{C97499C9-71F3-451C-AA2E-6406A2E3F1D7}" srcOrd="1" destOrd="0" presId="urn:microsoft.com/office/officeart/2005/8/layout/orgChart1"/>
    <dgm:cxn modelId="{DE26ED2C-BED6-4F42-B417-31A27A403AE9}" type="presOf" srcId="{DD47F614-2906-4AEF-8E14-FC9675EECDA8}" destId="{7861B9B8-99AC-4047-A61E-00CC5624913F}" srcOrd="1" destOrd="0" presId="urn:microsoft.com/office/officeart/2005/8/layout/orgChart1"/>
    <dgm:cxn modelId="{8715F32C-1D0D-4027-95BD-BA7DCDEABB34}" srcId="{0F5CF454-927D-45B4-952B-3CD8C8B743AE}" destId="{3E6BCA18-DFF7-41CF-9DBF-EDCAEFFB3082}" srcOrd="1" destOrd="0" parTransId="{BBE8CA4C-2C8F-445B-B5F3-77BBE6E28DA6}" sibTransId="{9CBE6A58-9486-4F60-A3DF-65F351918A1B}"/>
    <dgm:cxn modelId="{8B9D362D-FA48-4EA9-AFB3-F1901D1FE38B}" type="presOf" srcId="{280D4CE6-815C-4092-BDBC-3A5904CB4785}" destId="{01425EE5-0085-4FA0-BB3C-06DB0F874652}" srcOrd="0" destOrd="0" presId="urn:microsoft.com/office/officeart/2005/8/layout/orgChart1"/>
    <dgm:cxn modelId="{7261A62E-A6D7-4B47-B405-B4F76A48B8F9}" srcId="{CA921FAE-6EF0-4382-8FA4-DAFB2A85A7FE}" destId="{0798EEB8-F3FC-4A20-87E6-F5C7AC412C8D}" srcOrd="2" destOrd="0" parTransId="{E55E6E7F-AC68-4E9D-9A36-E6B8A8F8A87E}" sibTransId="{59FC97AD-06D6-4932-A3FD-EBDCB242BBD5}"/>
    <dgm:cxn modelId="{D88D092F-A3C7-4207-AB5D-54005F11B6E7}" type="presOf" srcId="{AAC86858-C5DF-4066-8565-5471265B9101}" destId="{7FE227FE-0C2F-4A5A-ADC6-81C9230944A9}" srcOrd="0" destOrd="0" presId="urn:microsoft.com/office/officeart/2005/8/layout/orgChart1"/>
    <dgm:cxn modelId="{1364CA2F-BFE9-49F8-85F3-817CFF5252AE}" type="presOf" srcId="{85E95A94-65D1-436E-8846-675EC8ED170B}" destId="{B28300C8-5D52-46EA-B33D-C1C0CF2FCCF1}" srcOrd="0" destOrd="0" presId="urn:microsoft.com/office/officeart/2005/8/layout/orgChart1"/>
    <dgm:cxn modelId="{A361EF33-554F-454D-A3A1-50464C3233C9}" type="presOf" srcId="{E924D03B-610A-4A53-B094-E490DD8D765B}" destId="{D6AC3BE8-F1EC-4DFF-A376-CD613BA55AE4}" srcOrd="0" destOrd="0" presId="urn:microsoft.com/office/officeart/2005/8/layout/orgChart1"/>
    <dgm:cxn modelId="{B0855A37-98D2-48D9-B5B0-C85E450F22AB}" type="presOf" srcId="{DF31C888-D1EB-485B-8172-4D58C9199EF9}" destId="{BBBD3DE3-E58C-45A4-B484-B174CBD18FD0}" srcOrd="0" destOrd="0" presId="urn:microsoft.com/office/officeart/2005/8/layout/orgChart1"/>
    <dgm:cxn modelId="{BF364139-D9E3-45EC-B39B-147FF3942E33}" type="presOf" srcId="{B6E68B95-1A73-48ED-BBF4-96101F5DE7B2}" destId="{0C7AE003-87AD-4C52-92CC-BF5D68F2616A}" srcOrd="1" destOrd="0" presId="urn:microsoft.com/office/officeart/2005/8/layout/orgChart1"/>
    <dgm:cxn modelId="{A81AC53A-62F1-436C-8C5F-EF68E26655B1}" type="presOf" srcId="{0F5CF454-927D-45B4-952B-3CD8C8B743AE}" destId="{AB6B44D6-5D55-4153-9A09-5F59B4002C25}" srcOrd="0" destOrd="0" presId="urn:microsoft.com/office/officeart/2005/8/layout/orgChart1"/>
    <dgm:cxn modelId="{249B623B-F3D7-4FA1-8723-5DC2B73A9AE6}" type="presOf" srcId="{DE0153A1-25BB-4572-BF65-F03FA8CD8E4C}" destId="{19D2F51E-CE79-4A4F-A633-5CA94550A53E}" srcOrd="0" destOrd="0" presId="urn:microsoft.com/office/officeart/2005/8/layout/orgChart1"/>
    <dgm:cxn modelId="{A82F7C3C-9E32-4404-BA69-F22AC9B1870E}" type="presOf" srcId="{86803B56-6350-4F84-8ACC-47DFD2B5A8D1}" destId="{6204E2FE-6D11-4DD9-9B46-BAF073B45806}" srcOrd="0" destOrd="0" presId="urn:microsoft.com/office/officeart/2005/8/layout/orgChart1"/>
    <dgm:cxn modelId="{A033113E-B4A5-42A3-85AD-35D57E022D3F}" srcId="{24CA8868-06DB-421F-9294-E952FB4416B4}" destId="{5E14A570-1389-43E0-A888-DF77301F2559}" srcOrd="2" destOrd="0" parTransId="{8E97ECF6-1239-44C5-9A6A-344C630397AF}" sibTransId="{D123F8DB-26C6-45F6-A2A6-E0FB9E7E13D3}"/>
    <dgm:cxn modelId="{A3DD1B3F-A275-400E-8A2A-0B5BCCEB7143}" type="presOf" srcId="{4D60C0AB-A1CC-4B40-B041-8EC3B23EB1A8}" destId="{8E2FFC17-409B-40BC-8D35-1B62F36C5C5C}" srcOrd="0" destOrd="0" presId="urn:microsoft.com/office/officeart/2005/8/layout/orgChart1"/>
    <dgm:cxn modelId="{FDE7505B-53C4-4469-93B1-CCBF79995821}" srcId="{24CA8868-06DB-421F-9294-E952FB4416B4}" destId="{E07B3CB5-AED6-40AC-A633-D650C3A6FFAE}" srcOrd="0" destOrd="0" parTransId="{FC24AFD2-4CD4-4299-8036-B39B67D40158}" sibTransId="{859C181E-F1C5-45D6-ABFF-B658C9FCE2CB}"/>
    <dgm:cxn modelId="{11E3A45B-DC89-48D2-8387-CCCDA41A4A15}" type="presOf" srcId="{E55E6E7F-AC68-4E9D-9A36-E6B8A8F8A87E}" destId="{700630CD-557A-42B4-83B1-1DE840608AA5}" srcOrd="0" destOrd="0" presId="urn:microsoft.com/office/officeart/2005/8/layout/orgChart1"/>
    <dgm:cxn modelId="{F1ECEA5D-3B69-419F-9C70-B0183D5758AD}" type="presOf" srcId="{8BA59803-9CF4-4BF5-A6A2-D0DC40CC0C2E}" destId="{5F173A2D-EC1D-4653-98AB-AB6D87BA3D5B}" srcOrd="0" destOrd="0" presId="urn:microsoft.com/office/officeart/2005/8/layout/orgChart1"/>
    <dgm:cxn modelId="{6F9C195F-256A-49F9-AB5B-8B21CFE86589}" type="presOf" srcId="{CB20F947-43EA-4912-B478-21A38EC8D920}" destId="{6C58EFFC-2EF1-4522-87F3-0B7755BADCC2}" srcOrd="0" destOrd="0" presId="urn:microsoft.com/office/officeart/2005/8/layout/orgChart1"/>
    <dgm:cxn modelId="{F632225F-9D00-43A8-8D13-706648E75D49}" type="presOf" srcId="{DD47F614-2906-4AEF-8E14-FC9675EECDA8}" destId="{EE17038F-5C7D-4D0A-A112-5BC45F5B4B81}" srcOrd="0" destOrd="0" presId="urn:microsoft.com/office/officeart/2005/8/layout/orgChart1"/>
    <dgm:cxn modelId="{81BF1241-3242-4FFE-BB51-19A92FA2C832}" type="presOf" srcId="{5A35C4DD-B415-40B1-9DA5-42E581E7D43A}" destId="{6E4B1598-2190-4C67-98C9-634D043C049F}" srcOrd="0" destOrd="0" presId="urn:microsoft.com/office/officeart/2005/8/layout/orgChart1"/>
    <dgm:cxn modelId="{78824961-BC6B-4494-BD57-62E36C0099E1}" type="presOf" srcId="{E07B3CB5-AED6-40AC-A633-D650C3A6FFAE}" destId="{38662B6C-BCFE-4C4F-BC47-9A980D582CD4}" srcOrd="1" destOrd="0" presId="urn:microsoft.com/office/officeart/2005/8/layout/orgChart1"/>
    <dgm:cxn modelId="{D21B4C41-B9AB-4964-9F29-AFEA130339CE}" srcId="{CA921FAE-6EF0-4382-8FA4-DAFB2A85A7FE}" destId="{2670BB65-D511-4877-BDAB-7435331DC7EF}" srcOrd="3" destOrd="0" parTransId="{CB20F947-43EA-4912-B478-21A38EC8D920}" sibTransId="{F48AE09E-4141-4023-A0F3-D821F6AD7540}"/>
    <dgm:cxn modelId="{338C9F41-E651-405D-AD9F-A6FD3DF3E479}" type="presOf" srcId="{6418A0AA-F937-4846-84E0-0E37A813D777}" destId="{83420F75-CC03-4BB0-B39A-E264528E7951}" srcOrd="0" destOrd="0" presId="urn:microsoft.com/office/officeart/2005/8/layout/orgChart1"/>
    <dgm:cxn modelId="{F0E1C041-0C85-4D47-B4D0-EBCFB19649FB}" type="presOf" srcId="{480C031B-A93F-477A-9662-9C720FCE862C}" destId="{B165CC5D-8D49-40AC-9310-587ABF8D8592}" srcOrd="0" destOrd="0" presId="urn:microsoft.com/office/officeart/2005/8/layout/orgChart1"/>
    <dgm:cxn modelId="{70454362-9832-4646-B822-8900BF585C75}" srcId="{9F7C180C-FFE7-4448-BD07-12C46F6FA537}" destId="{BA296EFC-4FB3-4DD2-B38C-B16BB744213E}" srcOrd="2" destOrd="0" parTransId="{4066B227-874E-47BD-B7D7-0705C5648AA9}" sibTransId="{F71D611D-DAC3-4C1D-8A5F-D2736A8B734A}"/>
    <dgm:cxn modelId="{DB7E4862-2920-4E64-B6E6-DA04ED5402C0}" type="presOf" srcId="{EAC51B4C-F909-4DEA-AAAA-85F57501AFF9}" destId="{9EA66F78-3C0A-4323-8E5A-5555F2A479CE}" srcOrd="1" destOrd="0" presId="urn:microsoft.com/office/officeart/2005/8/layout/orgChart1"/>
    <dgm:cxn modelId="{EBB52E63-D60A-4F4C-98E6-A78C0F4BEBC1}" type="presOf" srcId="{EAC51B4C-F909-4DEA-AAAA-85F57501AFF9}" destId="{B21D9FDA-AD64-4B4A-936D-FEF21C924203}" srcOrd="0" destOrd="0" presId="urn:microsoft.com/office/officeart/2005/8/layout/orgChart1"/>
    <dgm:cxn modelId="{BE683663-9EC1-4D9A-8989-0F02FD991BCD}" type="presOf" srcId="{E35B6F17-1ABB-4757-AC6B-AE7178B97D90}" destId="{13BBB3CB-8722-4AA5-B548-6E7CDCCC676C}" srcOrd="0" destOrd="0" presId="urn:microsoft.com/office/officeart/2005/8/layout/orgChart1"/>
    <dgm:cxn modelId="{8A28A763-A2CA-4967-8633-D423BF3298B6}" srcId="{BFCDAC46-2C68-4385-B22F-F7B8FFDA34C7}" destId="{0F5CF454-927D-45B4-952B-3CD8C8B743AE}" srcOrd="0" destOrd="0" parTransId="{655EA0E9-988B-47C3-9D7A-69B4360C3D36}" sibTransId="{52263FCA-2C99-4B9F-BF63-AEB3E1DAC3EB}"/>
    <dgm:cxn modelId="{741B6945-2173-40A9-9F4A-DED70D28576B}" type="presOf" srcId="{02BB0AE9-6ED5-4A05-87C4-438D5C45F983}" destId="{29314228-F19C-4CFF-823B-35DD7A745421}" srcOrd="0" destOrd="0" presId="urn:microsoft.com/office/officeart/2005/8/layout/orgChart1"/>
    <dgm:cxn modelId="{7EE59D66-225E-4D42-B136-F6876F0C94A4}" type="presOf" srcId="{757C94CE-A128-4951-B08A-E3FAB3D3D6A0}" destId="{0466B05B-3169-499A-B0FB-A1957E5871DC}" srcOrd="0" destOrd="0" presId="urn:microsoft.com/office/officeart/2005/8/layout/orgChart1"/>
    <dgm:cxn modelId="{BCF3E147-A0D7-46DE-BBA6-4A27C5BEEB37}" srcId="{0F5CF454-927D-45B4-952B-3CD8C8B743AE}" destId="{56E7038C-6F29-484D-BDA5-7E44EC91E954}" srcOrd="4" destOrd="0" parTransId="{B56C276F-4CC8-4312-A214-0EDBC9926154}" sibTransId="{3E447872-B008-4A56-B578-8C87963F2535}"/>
    <dgm:cxn modelId="{7AC5824B-281F-4038-8FDB-EAAA7D472ED9}" type="presOf" srcId="{66177C60-2489-4E99-9FD6-5138BC6255F9}" destId="{45224CDF-2E10-4675-B377-7A7C3AA307B3}" srcOrd="1" destOrd="0" presId="urn:microsoft.com/office/officeart/2005/8/layout/orgChart1"/>
    <dgm:cxn modelId="{C4105C4C-2E6A-4918-BB4E-6635AE7BB18B}" srcId="{21D0E94C-DA72-495A-B6F2-81E735CCC937}" destId="{699131A8-64C0-4036-968B-2E309BD6075A}" srcOrd="0" destOrd="0" parTransId="{DE0153A1-25BB-4572-BF65-F03FA8CD8E4C}" sibTransId="{5688624D-1303-46B8-B4BA-352043155354}"/>
    <dgm:cxn modelId="{7F5F1B6D-099A-4FB6-9113-47FF54D0DE07}" type="presOf" srcId="{BFCDAC46-2C68-4385-B22F-F7B8FFDA34C7}" destId="{A25C36FB-7DCC-4A09-9B1A-2174BE3E7D3A}" srcOrd="0" destOrd="0" presId="urn:microsoft.com/office/officeart/2005/8/layout/orgChart1"/>
    <dgm:cxn modelId="{63B9D56D-A27F-4B3C-9D9F-1664A24FD387}" srcId="{24CA8868-06DB-421F-9294-E952FB4416B4}" destId="{85E95A94-65D1-436E-8846-675EC8ED170B}" srcOrd="3" destOrd="0" parTransId="{D3175A40-58FE-4C09-8092-EBC2B7B675F7}" sibTransId="{BB2784D9-8CFD-4F1B-8E94-178EBE9FB4F0}"/>
    <dgm:cxn modelId="{B1602D4F-EDE2-4AE0-8E9A-4266B10E60BE}" type="presOf" srcId="{FE1DB740-7FC2-488A-A3DA-D1A1777622AC}" destId="{19591AB9-CF54-4C65-A015-1EE523B862D7}" srcOrd="0" destOrd="0" presId="urn:microsoft.com/office/officeart/2005/8/layout/orgChart1"/>
    <dgm:cxn modelId="{50A58770-72AC-46E6-B816-89AD0536D409}" type="presOf" srcId="{F5CEDF20-1646-401F-8E71-7DAB5D1C4BE9}" destId="{1FD5C84E-778B-4EB3-B577-78F13FE66E7D}" srcOrd="1" destOrd="0" presId="urn:microsoft.com/office/officeart/2005/8/layout/orgChart1"/>
    <dgm:cxn modelId="{1D4FA350-4A97-4ACA-95D1-329CB1FCBFE4}" type="presOf" srcId="{66177C60-2489-4E99-9FD6-5138BC6255F9}" destId="{088E1076-FE12-4E5D-8A0B-5704D1ADD23F}" srcOrd="0" destOrd="0" presId="urn:microsoft.com/office/officeart/2005/8/layout/orgChart1"/>
    <dgm:cxn modelId="{84D61351-412E-4C15-AFAB-BEE82376CF88}" type="presOf" srcId="{BA296EFC-4FB3-4DD2-B38C-B16BB744213E}" destId="{046E7411-FBB8-4115-B452-29C66141EDC5}" srcOrd="1" destOrd="0" presId="urn:microsoft.com/office/officeart/2005/8/layout/orgChart1"/>
    <dgm:cxn modelId="{97EDB752-C519-48C8-B046-4BEF5864F793}" type="presOf" srcId="{CA921FAE-6EF0-4382-8FA4-DAFB2A85A7FE}" destId="{86BF57D3-975B-4660-B387-A6868E30871E}" srcOrd="1" destOrd="0" presId="urn:microsoft.com/office/officeart/2005/8/layout/orgChart1"/>
    <dgm:cxn modelId="{71ADC252-BDAD-49E2-AA80-FA99862EA3BE}" type="presOf" srcId="{99E078DF-6261-41D9-AA72-4B6C0160DE5F}" destId="{B7E1779A-5FBA-4458-9E02-BAEEA152928E}" srcOrd="1" destOrd="0" presId="urn:microsoft.com/office/officeart/2005/8/layout/orgChart1"/>
    <dgm:cxn modelId="{AFE86C53-3891-40FC-A3DE-7C599C6E4071}" srcId="{24CA8868-06DB-421F-9294-E952FB4416B4}" destId="{7EB2988F-2666-4D46-8273-ECFB35EBFB07}" srcOrd="1" destOrd="0" parTransId="{A1B4B66A-721E-403F-B87D-E6F14CC4890F}" sibTransId="{481E22BD-73EF-49F5-8241-DDEA3E2AA0E4}"/>
    <dgm:cxn modelId="{46F7B153-AFA9-44CF-A26A-CFBAEFE22448}" srcId="{BFCDAC46-2C68-4385-B22F-F7B8FFDA34C7}" destId="{9F7C180C-FFE7-4448-BD07-12C46F6FA537}" srcOrd="5" destOrd="0" parTransId="{43E89D23-663C-4ED0-B7DB-95C391C493E4}" sibTransId="{8A94B4F6-E79F-457A-AFF4-C3ED574CF9A8}"/>
    <dgm:cxn modelId="{56BF1174-574A-415A-B279-11651AD1CCF3}" srcId="{280D4CE6-815C-4092-BDBC-3A5904CB4785}" destId="{DD47F614-2906-4AEF-8E14-FC9675EECDA8}" srcOrd="0" destOrd="0" parTransId="{4C5F42A4-97DE-49B8-A0A7-A4B2F35808F8}" sibTransId="{0C5C0C91-C1A5-41A3-96E9-78DC108CD645}"/>
    <dgm:cxn modelId="{7F65D054-65CD-43F4-A774-3E30FA9E28F1}" type="presOf" srcId="{130939D8-FF9D-4C62-BBF5-5CC441F3267A}" destId="{BD9253BA-C16A-45E8-AC04-E25AEB1D3A02}" srcOrd="1" destOrd="0" presId="urn:microsoft.com/office/officeart/2005/8/layout/orgChart1"/>
    <dgm:cxn modelId="{F579D276-106C-4A85-9857-1A7A43EB8CBB}" type="presOf" srcId="{24CA8868-06DB-421F-9294-E952FB4416B4}" destId="{D020FBC7-5B46-4AC1-B759-1EA73C0FABAD}" srcOrd="0" destOrd="0" presId="urn:microsoft.com/office/officeart/2005/8/layout/orgChart1"/>
    <dgm:cxn modelId="{F0F7F276-3921-4B13-B09C-E09D1E6E20A0}" srcId="{130939D8-FF9D-4C62-BBF5-5CC441F3267A}" destId="{E924D03B-610A-4A53-B094-E490DD8D765B}" srcOrd="0" destOrd="0" parTransId="{37A919C7-203F-4459-95D7-C0F0094EA27A}" sibTransId="{3B968CDB-C27C-4AF1-BAFA-E8B964C83E4C}"/>
    <dgm:cxn modelId="{39647A77-E9D1-4418-8152-29A6312A5316}" type="presOf" srcId="{21D0E94C-DA72-495A-B6F2-81E735CCC937}" destId="{12658C6D-1638-4233-9B01-F6081530E942}" srcOrd="1" destOrd="0" presId="urn:microsoft.com/office/officeart/2005/8/layout/orgChart1"/>
    <dgm:cxn modelId="{EF2E7D57-B050-4F49-BC21-60A3790D71B7}" srcId="{130939D8-FF9D-4C62-BBF5-5CC441F3267A}" destId="{F5CEDF20-1646-401F-8E71-7DAB5D1C4BE9}" srcOrd="2" destOrd="0" parTransId="{A37DDAD1-867F-4BA4-B673-C450C5F94B3B}" sibTransId="{CAE2F55B-81A2-43F9-9738-4AC5FB562A94}"/>
    <dgm:cxn modelId="{5B7C6259-D83C-4E75-A0FF-D3909B881BCA}" type="presOf" srcId="{56E7038C-6F29-484D-BDA5-7E44EC91E954}" destId="{A5A979B2-A7BC-4E31-8EC8-A7F65A4A5885}" srcOrd="0" destOrd="0" presId="urn:microsoft.com/office/officeart/2005/8/layout/orgChart1"/>
    <dgm:cxn modelId="{18577A5A-0210-42A8-B9BD-84EDC8F124D2}" type="presOf" srcId="{08BCBC13-89A1-45F6-8268-1A8391E4C76A}" destId="{EDDF8D7A-8EC3-49B2-B833-CEADF89A31A7}" srcOrd="1" destOrd="0" presId="urn:microsoft.com/office/officeart/2005/8/layout/orgChart1"/>
    <dgm:cxn modelId="{85F3AE7A-C0C8-497C-80BF-6829ACD31725}" srcId="{6418A0AA-F937-4846-84E0-0E37A813D777}" destId="{BFCDAC46-2C68-4385-B22F-F7B8FFDA34C7}" srcOrd="0" destOrd="0" parTransId="{41D83684-9ADB-4E8A-9022-94501C64FB05}" sibTransId="{8C389414-5199-48EC-AB19-B57A33273FA7}"/>
    <dgm:cxn modelId="{125F9D7D-7181-4460-BEC3-2C2B1C5F8172}" type="presOf" srcId="{40626D09-E18C-4AE0-A805-6E9157E7FFDD}" destId="{A1CAEBDD-5485-4BEE-858D-602D3ABB64DB}" srcOrd="1" destOrd="0" presId="urn:microsoft.com/office/officeart/2005/8/layout/orgChart1"/>
    <dgm:cxn modelId="{807A0E7E-5A04-4D93-B56E-954E4F8629E6}" type="presOf" srcId="{699131A8-64C0-4036-968B-2E309BD6075A}" destId="{016771AB-A5FF-4A70-8F96-AAA33E5558D3}" srcOrd="1" destOrd="0" presId="urn:microsoft.com/office/officeart/2005/8/layout/orgChart1"/>
    <dgm:cxn modelId="{5B60997E-C359-416B-AA37-67FEFF6D11F3}" srcId="{BFCDAC46-2C68-4385-B22F-F7B8FFDA34C7}" destId="{24CA8868-06DB-421F-9294-E952FB4416B4}" srcOrd="4" destOrd="0" parTransId="{6F38A8A2-BF6F-43EF-89F2-BE4B54A9C2F5}" sibTransId="{AD692C31-64E2-424C-9F12-5D0502681EB8}"/>
    <dgm:cxn modelId="{9FFFD883-3D89-49D7-8227-5109B949B065}" type="presOf" srcId="{2670BB65-D511-4877-BDAB-7435331DC7EF}" destId="{9CCEF096-9B0D-4010-B0B1-23ED138FC939}" srcOrd="1" destOrd="0" presId="urn:microsoft.com/office/officeart/2005/8/layout/orgChart1"/>
    <dgm:cxn modelId="{C229D487-BDF0-4447-A263-4F2D604823BB}" srcId="{21D0E94C-DA72-495A-B6F2-81E735CCC937}" destId="{FE1DB740-7FC2-488A-A3DA-D1A1777622AC}" srcOrd="2" destOrd="0" parTransId="{86803B56-6350-4F84-8ACC-47DFD2B5A8D1}" sibTransId="{F39F0D67-2BB9-40CA-BE71-4CFCB134019F}"/>
    <dgm:cxn modelId="{AE5B8188-5FC2-41CE-8A14-E81839EEC79C}" srcId="{9F7C180C-FFE7-4448-BD07-12C46F6FA537}" destId="{B6FBB4EB-25C0-4DC5-9F73-850AAFD506EC}" srcOrd="1" destOrd="0" parTransId="{B7CAEBBA-0690-456C-A0AF-DF3BF6A48258}" sibTransId="{B669E664-323B-402B-9996-8F5D6D8B69FF}"/>
    <dgm:cxn modelId="{9C752989-1007-4E31-87A2-0978673B5C1F}" type="presOf" srcId="{CA921FAE-6EF0-4382-8FA4-DAFB2A85A7FE}" destId="{69D2A682-8BC1-46B8-93A9-B0672C27531D}" srcOrd="0" destOrd="0" presId="urn:microsoft.com/office/officeart/2005/8/layout/orgChart1"/>
    <dgm:cxn modelId="{D0E3438A-0324-46AD-B5CB-F61E8932CE72}" srcId="{9F7C180C-FFE7-4448-BD07-12C46F6FA537}" destId="{B6E68B95-1A73-48ED-BBF4-96101F5DE7B2}" srcOrd="0" destOrd="0" parTransId="{AAC86858-C5DF-4066-8565-5471265B9101}" sibTransId="{20F7900E-1F89-4AAD-AF6D-C9C92494CD92}"/>
    <dgm:cxn modelId="{98D1558A-4083-4269-B04D-38DE19147735}" srcId="{0F5CF454-927D-45B4-952B-3CD8C8B743AE}" destId="{66D8E9BC-E71E-4957-82A5-DAB679A5DB02}" srcOrd="2" destOrd="0" parTransId="{2D732B7C-31EE-4E83-86AF-09C96254F0D9}" sibTransId="{A5CA3169-4796-46AF-A883-AF0C4D4CB4FD}"/>
    <dgm:cxn modelId="{29E4138C-2261-4AFA-8981-2C80A3C9AE55}" srcId="{9F7C180C-FFE7-4448-BD07-12C46F6FA537}" destId="{40626D09-E18C-4AE0-A805-6E9157E7FFDD}" srcOrd="3" destOrd="0" parTransId="{1DC6F22F-D4E0-4C7D-8FA3-DA956A81ACF8}" sibTransId="{0CE745A4-4D13-492F-81F5-0653E31460F1}"/>
    <dgm:cxn modelId="{85D94B8C-C7D0-4D53-90F8-A3A6BDEF8359}" type="presOf" srcId="{40626D09-E18C-4AE0-A805-6E9157E7FFDD}" destId="{25A309EF-5EDD-495D-AA4E-FE3FB2AF020A}" srcOrd="0" destOrd="0" presId="urn:microsoft.com/office/officeart/2005/8/layout/orgChart1"/>
    <dgm:cxn modelId="{9CB9888C-4E95-43AF-8C35-456B4CECD51B}" srcId="{0F5CF454-927D-45B4-952B-3CD8C8B743AE}" destId="{2BD2BBF4-AE4B-48FE-96D0-ADE1131449DD}" srcOrd="5" destOrd="0" parTransId="{4D60C0AB-A1CC-4B40-B041-8EC3B23EB1A8}" sibTransId="{6C552DDF-4F07-4FA0-81FC-1A0CD5564191}"/>
    <dgm:cxn modelId="{8AD9AC8C-9AA0-41F7-9F82-10D4C2D9375B}" srcId="{BFCDAC46-2C68-4385-B22F-F7B8FFDA34C7}" destId="{130939D8-FF9D-4C62-BBF5-5CC441F3267A}" srcOrd="2" destOrd="0" parTransId="{E61E06BF-83E3-4907-8704-2C55A184E948}" sibTransId="{5458A073-0B7D-4F98-A4A8-4B5BF19FE675}"/>
    <dgm:cxn modelId="{AAB3AE8C-4AF1-4F6A-8CCA-60AC8DA2BC58}" type="presOf" srcId="{8E97ECF6-1239-44C5-9A6A-344C630397AF}" destId="{FF5CC99C-05C3-4B3A-8068-9787A54732E9}" srcOrd="0" destOrd="0" presId="urn:microsoft.com/office/officeart/2005/8/layout/orgChart1"/>
    <dgm:cxn modelId="{5E67F98C-9F13-4768-B85A-56F0F96FA533}" type="presOf" srcId="{0798EEB8-F3FC-4A20-87E6-F5C7AC412C8D}" destId="{1AF5FD4C-FFD0-46A3-9177-910AFA459CB8}" srcOrd="1" destOrd="0" presId="urn:microsoft.com/office/officeart/2005/8/layout/orgChart1"/>
    <dgm:cxn modelId="{E635768E-8F3E-48FD-9EA5-B41B455087A3}" srcId="{0F5CF454-927D-45B4-952B-3CD8C8B743AE}" destId="{EAC51B4C-F909-4DEA-AAAA-85F57501AFF9}" srcOrd="3" destOrd="0" parTransId="{8BA59803-9CF4-4BF5-A6A2-D0DC40CC0C2E}" sibTransId="{67DEC45E-6EFB-48F3-AF5C-8DAAF3BDA9BD}"/>
    <dgm:cxn modelId="{DAA3E18E-437C-4ED7-B8F6-41EA9A4366C6}" srcId="{0F5CF454-927D-45B4-952B-3CD8C8B743AE}" destId="{99E078DF-6261-41D9-AA72-4B6C0160DE5F}" srcOrd="0" destOrd="0" parTransId="{4CC26775-B16D-4D79-9C9B-EAC830DDF225}" sibTransId="{621CDC4B-02FC-4C8F-A7DA-0B35732F0E30}"/>
    <dgm:cxn modelId="{28322C91-B88A-405A-A4F1-03825A5F1AB0}" type="presOf" srcId="{BFCDAC46-2C68-4385-B22F-F7B8FFDA34C7}" destId="{63A21F0D-2E4C-4A15-A25A-7A8120B2F836}" srcOrd="1" destOrd="0" presId="urn:microsoft.com/office/officeart/2005/8/layout/orgChart1"/>
    <dgm:cxn modelId="{8348A198-EB52-435F-B093-1C3EC3956046}" type="presOf" srcId="{FC24AFD2-4CD4-4299-8036-B39B67D40158}" destId="{4AD9EF72-64DF-4159-8B33-45C8C9F551DC}" srcOrd="0" destOrd="0" presId="urn:microsoft.com/office/officeart/2005/8/layout/orgChart1"/>
    <dgm:cxn modelId="{B195BE98-C977-48CE-84EC-4C0772FE6ECE}" type="presOf" srcId="{70A3C7D1-DECC-4601-9D7F-E2684AFEB4E8}" destId="{B9487BF5-9863-42FD-9992-023B85CB2114}" srcOrd="0" destOrd="0" presId="urn:microsoft.com/office/officeart/2005/8/layout/orgChart1"/>
    <dgm:cxn modelId="{8131A8A1-B760-45BF-B0B7-AC5EC13430D1}" type="presOf" srcId="{85E95A94-65D1-436E-8846-675EC8ED170B}" destId="{527AD8BC-C7EA-4EBD-A19E-42FA21539842}" srcOrd="1" destOrd="0" presId="urn:microsoft.com/office/officeart/2005/8/layout/orgChart1"/>
    <dgm:cxn modelId="{36062AA2-4910-4520-9F25-5F1F1DE92B5E}" type="presOf" srcId="{66D8E9BC-E71E-4957-82A5-DAB679A5DB02}" destId="{AC5715CA-D2B3-4C11-8E94-E53E8E9A4005}" srcOrd="1" destOrd="0" presId="urn:microsoft.com/office/officeart/2005/8/layout/orgChart1"/>
    <dgm:cxn modelId="{902AD1A2-AB8E-4590-BFAA-7491D6560614}" srcId="{280D4CE6-815C-4092-BDBC-3A5904CB4785}" destId="{CA921FAE-6EF0-4382-8FA4-DAFB2A85A7FE}" srcOrd="2" destOrd="0" parTransId="{CF7171BF-B4C1-4A05-B98C-1FA21E0CA207}" sibTransId="{2714472A-A8F2-448D-B351-3A27F05276FC}"/>
    <dgm:cxn modelId="{8128F0A3-B820-4B23-83F8-DF721C09DAB0}" srcId="{280D4CE6-815C-4092-BDBC-3A5904CB4785}" destId="{15AD0018-0547-433C-BF8D-0E611D048F6D}" srcOrd="1" destOrd="0" parTransId="{BF69D9C1-F178-48F7-9046-8A71DB05B12C}" sibTransId="{36E8B4FB-BAC5-4C2D-8F69-C4A7911CA275}"/>
    <dgm:cxn modelId="{D10202A6-50CF-480F-B07D-F5CFB7E1602A}" type="presOf" srcId="{B7CAEBBA-0690-456C-A0AF-DF3BF6A48258}" destId="{29578D9C-2D7B-4EFF-B784-794E6C2AE28B}" srcOrd="0" destOrd="0" presId="urn:microsoft.com/office/officeart/2005/8/layout/orgChart1"/>
    <dgm:cxn modelId="{C45F7EA7-825B-4471-88BD-699FC150D2A7}" type="presOf" srcId="{E61E06BF-83E3-4907-8704-2C55A184E948}" destId="{3740BD30-236D-45C3-8534-0B3A61A6F670}" srcOrd="0" destOrd="0" presId="urn:microsoft.com/office/officeart/2005/8/layout/orgChart1"/>
    <dgm:cxn modelId="{F74239AC-F727-4CF5-A4AB-E3AB3A3449FB}" type="presOf" srcId="{37A919C7-203F-4459-95D7-C0F0094EA27A}" destId="{290F95C4-381D-4B37-AF11-94DD087B3BC6}" srcOrd="0" destOrd="0" presId="urn:microsoft.com/office/officeart/2005/8/layout/orgChart1"/>
    <dgm:cxn modelId="{528F66AF-81B5-4FC8-A77F-DF9663C8D8C1}" type="presOf" srcId="{A37DDAD1-867F-4BA4-B673-C450C5F94B3B}" destId="{B5DCD854-7171-4A3C-92AB-D9C5A4265137}" srcOrd="0" destOrd="0" presId="urn:microsoft.com/office/officeart/2005/8/layout/orgChart1"/>
    <dgm:cxn modelId="{CA9A11B1-445D-46CB-AC91-FF808D179F91}" type="presOf" srcId="{5E14A570-1389-43E0-A888-DF77301F2559}" destId="{E9F035C9-BC96-476D-937C-657795AFA306}" srcOrd="1" destOrd="0" presId="urn:microsoft.com/office/officeart/2005/8/layout/orgChart1"/>
    <dgm:cxn modelId="{C80469B5-5765-427E-B1E7-18870F2FC998}" type="presOf" srcId="{66D8E9BC-E71E-4957-82A5-DAB679A5DB02}" destId="{E107C8CC-F70D-43E7-8A59-F38AAAC0475E}" srcOrd="0" destOrd="0" presId="urn:microsoft.com/office/officeart/2005/8/layout/orgChart1"/>
    <dgm:cxn modelId="{19D8D1B7-F35F-4C8A-BF74-BE26DCEF978F}" type="presOf" srcId="{F5CEDF20-1646-401F-8E71-7DAB5D1C4BE9}" destId="{E1894C04-C197-4832-9699-95247623A7F2}" srcOrd="0" destOrd="0" presId="urn:microsoft.com/office/officeart/2005/8/layout/orgChart1"/>
    <dgm:cxn modelId="{1EFB63B9-4C77-4C19-9D36-96823ED249C1}" srcId="{CA921FAE-6EF0-4382-8FA4-DAFB2A85A7FE}" destId="{08BCBC13-89A1-45F6-8268-1A8391E4C76A}" srcOrd="0" destOrd="0" parTransId="{757C94CE-A128-4951-B08A-E3FAB3D3D6A0}" sibTransId="{6F21C74A-E94A-48A9-90BC-CFCF08ADC2A1}"/>
    <dgm:cxn modelId="{0DA1B4B9-DBCF-423B-93C6-2A2EB1139297}" type="presOf" srcId="{4C5F42A4-97DE-49B8-A0A7-A4B2F35808F8}" destId="{D4B03B8E-567B-47F7-ABF3-44DE948AAD89}" srcOrd="0" destOrd="0" presId="urn:microsoft.com/office/officeart/2005/8/layout/orgChart1"/>
    <dgm:cxn modelId="{85EBA6BB-0780-41B3-B1D2-501624DA207F}" type="presOf" srcId="{BF69D9C1-F178-48F7-9046-8A71DB05B12C}" destId="{7F6C64FB-D0B3-415D-801C-F347E9BCE420}" srcOrd="0" destOrd="0" presId="urn:microsoft.com/office/officeart/2005/8/layout/orgChart1"/>
    <dgm:cxn modelId="{64FF8FBC-0941-4153-9F48-A92B49C88721}" srcId="{BFCDAC46-2C68-4385-B22F-F7B8FFDA34C7}" destId="{280D4CE6-815C-4092-BDBC-3A5904CB4785}" srcOrd="1" destOrd="0" parTransId="{480C031B-A93F-477A-9662-9C720FCE862C}" sibTransId="{7FAB3609-A1BE-4920-A722-F1796FF83C20}"/>
    <dgm:cxn modelId="{B7846ABD-B8BF-4D56-9131-F213E1E3844A}" type="presOf" srcId="{8DF33748-1676-4408-9853-B91198692B04}" destId="{EF28CE2D-6BBC-4B9C-AF8A-1214A72439EE}" srcOrd="1" destOrd="0" presId="urn:microsoft.com/office/officeart/2005/8/layout/orgChart1"/>
    <dgm:cxn modelId="{DAD46BBE-77E2-4BD2-9436-37BEBD3DC00E}" type="presOf" srcId="{280D4CE6-815C-4092-BDBC-3A5904CB4785}" destId="{CC7772A2-9D11-42CA-BD24-C4E5A6BCBB28}" srcOrd="1" destOrd="0" presId="urn:microsoft.com/office/officeart/2005/8/layout/orgChart1"/>
    <dgm:cxn modelId="{C15178C6-44AC-4887-9EA6-EE2A90E08428}" srcId="{9F7C180C-FFE7-4448-BD07-12C46F6FA537}" destId="{02BB0AE9-6ED5-4A05-87C4-438D5C45F983}" srcOrd="4" destOrd="0" parTransId="{D2F0E853-9E7F-4704-ACFF-D0870021C250}" sibTransId="{A38ECC29-B6F1-46E9-850D-33754AF14301}"/>
    <dgm:cxn modelId="{1C37F4C7-EE96-42E3-ACAA-5915499AF1BD}" type="presOf" srcId="{D2F0E853-9E7F-4704-ACFF-D0870021C250}" destId="{DE6275D1-E3B4-4238-A8BB-462FC0F1A30F}" srcOrd="0" destOrd="0" presId="urn:microsoft.com/office/officeart/2005/8/layout/orgChart1"/>
    <dgm:cxn modelId="{0C5835C9-ECE4-42A7-9570-A0515279273F}" type="presOf" srcId="{7B2A8CF9-C44F-4932-B5DF-CB849FAD6D4A}" destId="{48D6C8E5-3B82-4B02-9457-5F8FC7633E75}" srcOrd="1" destOrd="0" presId="urn:microsoft.com/office/officeart/2005/8/layout/orgChart1"/>
    <dgm:cxn modelId="{030786CE-1EEA-42F1-A5A3-02E4C75D1F13}" type="presOf" srcId="{56E7038C-6F29-484D-BDA5-7E44EC91E954}" destId="{DE221DB1-0B7B-4E5B-BAB2-BF5EDD486BA5}" srcOrd="1" destOrd="0" presId="urn:microsoft.com/office/officeart/2005/8/layout/orgChart1"/>
    <dgm:cxn modelId="{9D6024D2-B2AC-458B-ABA2-D0A57ED5543A}" type="presOf" srcId="{B6E68B95-1A73-48ED-BBF4-96101F5DE7B2}" destId="{3D6272FF-F0EE-4E8A-B2C5-1CD7E1DD1243}" srcOrd="0" destOrd="0" presId="urn:microsoft.com/office/officeart/2005/8/layout/orgChart1"/>
    <dgm:cxn modelId="{59A87FD3-37F6-4703-9A65-A8DE5338719F}" srcId="{130939D8-FF9D-4C62-BBF5-5CC441F3267A}" destId="{7B2A8CF9-C44F-4932-B5DF-CB849FAD6D4A}" srcOrd="1" destOrd="0" parTransId="{70A3C7D1-DECC-4601-9D7F-E2684AFEB4E8}" sibTransId="{633DADE9-D17A-49B3-84C9-30DE63883297}"/>
    <dgm:cxn modelId="{6D4B74D6-54E7-4684-869C-70A7D82BCB16}" type="presOf" srcId="{9F7C180C-FFE7-4448-BD07-12C46F6FA537}" destId="{24031AEA-0E78-4F81-BA2E-5063911A5ACF}" srcOrd="1" destOrd="0" presId="urn:microsoft.com/office/officeart/2005/8/layout/orgChart1"/>
    <dgm:cxn modelId="{F5832DD9-E94F-4C6A-A26F-5611182570A5}" type="presOf" srcId="{BBE8CA4C-2C8F-445B-B5F3-77BBE6E28DA6}" destId="{BD70266D-C6B2-4916-9027-A09E32DAC1F9}" srcOrd="0" destOrd="0" presId="urn:microsoft.com/office/officeart/2005/8/layout/orgChart1"/>
    <dgm:cxn modelId="{53724CDB-8BFE-47BB-90A5-29903DFB251B}" type="presOf" srcId="{130939D8-FF9D-4C62-BBF5-5CC441F3267A}" destId="{A30A3491-8A58-472B-8DC2-326C89378EAB}" srcOrd="0" destOrd="0" presId="urn:microsoft.com/office/officeart/2005/8/layout/orgChart1"/>
    <dgm:cxn modelId="{BEBF88DE-B05C-4ED4-AC01-D51F35E7CA88}" type="presOf" srcId="{2BD2BBF4-AE4B-48FE-96D0-ADE1131449DD}" destId="{09C72F54-11B3-4CEA-A6CB-6494039EDA23}" srcOrd="0" destOrd="0" presId="urn:microsoft.com/office/officeart/2005/8/layout/orgChart1"/>
    <dgm:cxn modelId="{B303CAE0-122E-4677-9704-A68740CC1950}" type="presOf" srcId="{1DC6F22F-D4E0-4C7D-8FA3-DA956A81ACF8}" destId="{27797F7E-4CE2-49C8-B7DE-124385C1E9EC}" srcOrd="0" destOrd="0" presId="urn:microsoft.com/office/officeart/2005/8/layout/orgChart1"/>
    <dgm:cxn modelId="{4F0DC3E4-8FD9-4853-8C58-9DF419C69949}" type="presOf" srcId="{0798EEB8-F3FC-4A20-87E6-F5C7AC412C8D}" destId="{91EF6D16-83B9-44E9-8D31-478A5DF507F0}" srcOrd="0" destOrd="0" presId="urn:microsoft.com/office/officeart/2005/8/layout/orgChart1"/>
    <dgm:cxn modelId="{8C62EAE5-0182-4ECA-9057-77DF79EF3AB1}" type="presOf" srcId="{21D0E94C-DA72-495A-B6F2-81E735CCC937}" destId="{F0E34183-AFCF-4A59-898E-5C117B483DC5}" srcOrd="0" destOrd="0" presId="urn:microsoft.com/office/officeart/2005/8/layout/orgChart1"/>
    <dgm:cxn modelId="{88CD30EB-456B-4E8B-A401-A7C90910EDFA}" type="presOf" srcId="{B6FBB4EB-25C0-4DC5-9F73-850AAFD506EC}" destId="{6A4D2606-9041-463C-9167-CC4EEF3CDB31}" srcOrd="1" destOrd="0" presId="urn:microsoft.com/office/officeart/2005/8/layout/orgChart1"/>
    <dgm:cxn modelId="{8B2553ED-414D-4E6B-B0A1-F615EE8C68AF}" type="presOf" srcId="{08BCBC13-89A1-45F6-8268-1A8391E4C76A}" destId="{90763E7A-1DF1-4602-8035-A73F2B2D15F6}" srcOrd="0" destOrd="0" presId="urn:microsoft.com/office/officeart/2005/8/layout/orgChart1"/>
    <dgm:cxn modelId="{13D270EE-3644-4650-B3CB-95EDD341337A}" type="presOf" srcId="{8DF33748-1676-4408-9853-B91198692B04}" destId="{149E07FA-2F2C-446C-86A6-AAF403C355F6}" srcOrd="0" destOrd="0" presId="urn:microsoft.com/office/officeart/2005/8/layout/orgChart1"/>
    <dgm:cxn modelId="{348082EE-ED6D-4779-B43C-4A25464AF35B}" type="presOf" srcId="{15AD0018-0547-433C-BF8D-0E611D048F6D}" destId="{448F484B-9AAE-4B3B-9C71-5A0271770B1F}" srcOrd="0" destOrd="0" presId="urn:microsoft.com/office/officeart/2005/8/layout/orgChart1"/>
    <dgm:cxn modelId="{959522F1-6C55-492A-AE1A-C715F33D1551}" type="presOf" srcId="{B6FBB4EB-25C0-4DC5-9F73-850AAFD506EC}" destId="{37FC7A73-124B-4A72-97DB-104AD65E3C3E}" srcOrd="0" destOrd="0" presId="urn:microsoft.com/office/officeart/2005/8/layout/orgChart1"/>
    <dgm:cxn modelId="{3C6353F1-E4E7-4C5F-8615-039C5CB9160D}" type="presOf" srcId="{5E14A570-1389-43E0-A888-DF77301F2559}" destId="{2DE75C61-B602-4E7C-A740-9464C86C8B6D}" srcOrd="0" destOrd="0" presId="urn:microsoft.com/office/officeart/2005/8/layout/orgChart1"/>
    <dgm:cxn modelId="{5B49E2F2-119B-4B76-B427-6BEB0C1D3059}" type="presOf" srcId="{4066B227-874E-47BD-B7D7-0705C5648AA9}" destId="{91EDA7FC-C56D-4AEE-8CDC-5557F061ACB5}" srcOrd="0" destOrd="0" presId="urn:microsoft.com/office/officeart/2005/8/layout/orgChart1"/>
    <dgm:cxn modelId="{5A6344F8-7A92-4390-9A17-D740F17B626B}" srcId="{BFCDAC46-2C68-4385-B22F-F7B8FFDA34C7}" destId="{21D0E94C-DA72-495A-B6F2-81E735CCC937}" srcOrd="3" destOrd="0" parTransId="{5A35C4DD-B415-40B1-9DA5-42E581E7D43A}" sibTransId="{6A0B5B45-02CE-43B0-AE99-030185653D62}"/>
    <dgm:cxn modelId="{F356CDF9-5A37-4CA6-86C4-0FF1929B6C04}" type="presOf" srcId="{43E89D23-663C-4ED0-B7DB-95C391C493E4}" destId="{2E284006-A995-448E-AC24-C5C8D1BB13FD}" srcOrd="0" destOrd="0" presId="urn:microsoft.com/office/officeart/2005/8/layout/orgChart1"/>
    <dgm:cxn modelId="{FE6B6BFD-AFCE-4F59-A86A-BDE62D1EC1C9}" srcId="{21D0E94C-DA72-495A-B6F2-81E735CCC937}" destId="{8DF33748-1676-4408-9853-B91198692B04}" srcOrd="1" destOrd="0" parTransId="{E35B6F17-1ABB-4757-AC6B-AE7178B97D90}" sibTransId="{B24E054D-E45B-48D5-ABCB-B59E4B8EA7E7}"/>
    <dgm:cxn modelId="{E9DF03FB-C430-49F4-8EAA-EB8903A6DF6A}" type="presParOf" srcId="{83420F75-CC03-4BB0-B39A-E264528E7951}" destId="{E16E0BCC-15E1-40A1-B813-A2A299B8CFA4}" srcOrd="0" destOrd="0" presId="urn:microsoft.com/office/officeart/2005/8/layout/orgChart1"/>
    <dgm:cxn modelId="{68911B41-F21D-41B4-BB2C-7FF605AEF940}" type="presParOf" srcId="{E16E0BCC-15E1-40A1-B813-A2A299B8CFA4}" destId="{C147E8BB-29D0-46EC-ADBC-3101EE0AC805}" srcOrd="0" destOrd="0" presId="urn:microsoft.com/office/officeart/2005/8/layout/orgChart1"/>
    <dgm:cxn modelId="{EA35F66F-3EF5-4ED3-8134-FBD2BD6261E3}" type="presParOf" srcId="{C147E8BB-29D0-46EC-ADBC-3101EE0AC805}" destId="{A25C36FB-7DCC-4A09-9B1A-2174BE3E7D3A}" srcOrd="0" destOrd="0" presId="urn:microsoft.com/office/officeart/2005/8/layout/orgChart1"/>
    <dgm:cxn modelId="{E53E9E5D-EAD0-4C5F-9E70-EC7AEBE44A94}" type="presParOf" srcId="{C147E8BB-29D0-46EC-ADBC-3101EE0AC805}" destId="{63A21F0D-2E4C-4A15-A25A-7A8120B2F836}" srcOrd="1" destOrd="0" presId="urn:microsoft.com/office/officeart/2005/8/layout/orgChart1"/>
    <dgm:cxn modelId="{B6AEC551-D61F-49CC-B3FB-E40F0DE18D69}" type="presParOf" srcId="{E16E0BCC-15E1-40A1-B813-A2A299B8CFA4}" destId="{AD2CCDF3-91F0-4D5E-BC95-4CD14F8A2505}" srcOrd="1" destOrd="0" presId="urn:microsoft.com/office/officeart/2005/8/layout/orgChart1"/>
    <dgm:cxn modelId="{317BDB99-8BC8-4787-8626-735EC75986EC}" type="presParOf" srcId="{AD2CCDF3-91F0-4D5E-BC95-4CD14F8A2505}" destId="{8E46F807-7FD9-435B-AB7D-766AFE83DAC1}" srcOrd="0" destOrd="0" presId="urn:microsoft.com/office/officeart/2005/8/layout/orgChart1"/>
    <dgm:cxn modelId="{DBC5FBE5-DE22-4490-9544-F131429D8526}" type="presParOf" srcId="{AD2CCDF3-91F0-4D5E-BC95-4CD14F8A2505}" destId="{1FEE024C-0C59-4A4B-B491-B36F8861E7C4}" srcOrd="1" destOrd="0" presId="urn:microsoft.com/office/officeart/2005/8/layout/orgChart1"/>
    <dgm:cxn modelId="{83B24368-D9C3-4ADC-8314-3D40A05FC542}" type="presParOf" srcId="{1FEE024C-0C59-4A4B-B491-B36F8861E7C4}" destId="{42C3AECA-FCEE-42CA-A72E-A11534987B6E}" srcOrd="0" destOrd="0" presId="urn:microsoft.com/office/officeart/2005/8/layout/orgChart1"/>
    <dgm:cxn modelId="{C73B5858-3803-4152-871F-6227D102DA6A}" type="presParOf" srcId="{42C3AECA-FCEE-42CA-A72E-A11534987B6E}" destId="{AB6B44D6-5D55-4153-9A09-5F59B4002C25}" srcOrd="0" destOrd="0" presId="urn:microsoft.com/office/officeart/2005/8/layout/orgChart1"/>
    <dgm:cxn modelId="{ECD22D28-1F26-4FBA-9ED0-1AB3A2304BC7}" type="presParOf" srcId="{42C3AECA-FCEE-42CA-A72E-A11534987B6E}" destId="{A89B9552-1A21-4FE6-9573-B216A5B9C5F6}" srcOrd="1" destOrd="0" presId="urn:microsoft.com/office/officeart/2005/8/layout/orgChart1"/>
    <dgm:cxn modelId="{C2D96740-2E0C-4728-851D-DD307BABA80E}" type="presParOf" srcId="{1FEE024C-0C59-4A4B-B491-B36F8861E7C4}" destId="{9BC9CB26-9651-45E8-AF8D-49211FA2C025}" srcOrd="1" destOrd="0" presId="urn:microsoft.com/office/officeart/2005/8/layout/orgChart1"/>
    <dgm:cxn modelId="{78C1C425-9204-462C-ADEF-564D370728E5}" type="presParOf" srcId="{9BC9CB26-9651-45E8-AF8D-49211FA2C025}" destId="{00E5E37E-4151-4771-B06C-2E43329DA4D0}" srcOrd="0" destOrd="0" presId="urn:microsoft.com/office/officeart/2005/8/layout/orgChart1"/>
    <dgm:cxn modelId="{4E716116-B740-42C1-BCA6-CB3EDDBFD2B8}" type="presParOf" srcId="{9BC9CB26-9651-45E8-AF8D-49211FA2C025}" destId="{36650D82-0760-474C-A343-02E6125BA47B}" srcOrd="1" destOrd="0" presId="urn:microsoft.com/office/officeart/2005/8/layout/orgChart1"/>
    <dgm:cxn modelId="{2870CAC2-F26B-4957-93C5-8D8D84742F5F}" type="presParOf" srcId="{36650D82-0760-474C-A343-02E6125BA47B}" destId="{95DE2DB4-54A6-4F53-BD8F-8CF4A0B2CD13}" srcOrd="0" destOrd="0" presId="urn:microsoft.com/office/officeart/2005/8/layout/orgChart1"/>
    <dgm:cxn modelId="{DCFED27E-8FE0-44C4-A2E3-D2D0BB19E372}" type="presParOf" srcId="{95DE2DB4-54A6-4F53-BD8F-8CF4A0B2CD13}" destId="{4ED439FC-29ED-4CA6-BB29-4E81EF5FA919}" srcOrd="0" destOrd="0" presId="urn:microsoft.com/office/officeart/2005/8/layout/orgChart1"/>
    <dgm:cxn modelId="{3144B916-CB4B-4E16-BFBD-90B2C7BF7421}" type="presParOf" srcId="{95DE2DB4-54A6-4F53-BD8F-8CF4A0B2CD13}" destId="{B7E1779A-5FBA-4458-9E02-BAEEA152928E}" srcOrd="1" destOrd="0" presId="urn:microsoft.com/office/officeart/2005/8/layout/orgChart1"/>
    <dgm:cxn modelId="{77813945-939F-4668-857D-F4B2CFF811DD}" type="presParOf" srcId="{36650D82-0760-474C-A343-02E6125BA47B}" destId="{513E3873-2686-4B04-B4EE-0FE2C7B55189}" srcOrd="1" destOrd="0" presId="urn:microsoft.com/office/officeart/2005/8/layout/orgChart1"/>
    <dgm:cxn modelId="{8DE122EE-CB8B-46A6-AF91-1A39F440B489}" type="presParOf" srcId="{36650D82-0760-474C-A343-02E6125BA47B}" destId="{9155E23D-D2B0-4F00-ACAE-22A9CA9DD426}" srcOrd="2" destOrd="0" presId="urn:microsoft.com/office/officeart/2005/8/layout/orgChart1"/>
    <dgm:cxn modelId="{F9748716-0F87-41E9-86CA-A46F64560AEC}" type="presParOf" srcId="{9BC9CB26-9651-45E8-AF8D-49211FA2C025}" destId="{BD70266D-C6B2-4916-9027-A09E32DAC1F9}" srcOrd="2" destOrd="0" presId="urn:microsoft.com/office/officeart/2005/8/layout/orgChart1"/>
    <dgm:cxn modelId="{FDD511E5-427B-4A2B-9214-9E027C5158B3}" type="presParOf" srcId="{9BC9CB26-9651-45E8-AF8D-49211FA2C025}" destId="{BE9DD258-6528-4285-B1D9-8075729284B9}" srcOrd="3" destOrd="0" presId="urn:microsoft.com/office/officeart/2005/8/layout/orgChart1"/>
    <dgm:cxn modelId="{217B3A7E-D231-4C08-8AEE-AB7905BCEF44}" type="presParOf" srcId="{BE9DD258-6528-4285-B1D9-8075729284B9}" destId="{B28920B3-2D8D-48E8-B4ED-089F4E2A9514}" srcOrd="0" destOrd="0" presId="urn:microsoft.com/office/officeart/2005/8/layout/orgChart1"/>
    <dgm:cxn modelId="{7BB5AB73-33EA-4261-A0DC-682531DE6850}" type="presParOf" srcId="{B28920B3-2D8D-48E8-B4ED-089F4E2A9514}" destId="{16EBE107-EB9F-4265-BDD0-7937840A3CF6}" srcOrd="0" destOrd="0" presId="urn:microsoft.com/office/officeart/2005/8/layout/orgChart1"/>
    <dgm:cxn modelId="{13E8A4C0-C94B-4031-B702-E87916136EBE}" type="presParOf" srcId="{B28920B3-2D8D-48E8-B4ED-089F4E2A9514}" destId="{F593DA2D-DB73-4505-90F3-37002221DB3D}" srcOrd="1" destOrd="0" presId="urn:microsoft.com/office/officeart/2005/8/layout/orgChart1"/>
    <dgm:cxn modelId="{A2FD1903-8CF5-4C0C-A121-81AD1BC8AA1B}" type="presParOf" srcId="{BE9DD258-6528-4285-B1D9-8075729284B9}" destId="{F583C1B9-941F-41AD-A2E8-786F5804CB3C}" srcOrd="1" destOrd="0" presId="urn:microsoft.com/office/officeart/2005/8/layout/orgChart1"/>
    <dgm:cxn modelId="{DB881CFA-EBED-40D8-9702-FF3D06109B66}" type="presParOf" srcId="{BE9DD258-6528-4285-B1D9-8075729284B9}" destId="{17688A4D-E21E-43DE-9ECB-5A0992F7B935}" srcOrd="2" destOrd="0" presId="urn:microsoft.com/office/officeart/2005/8/layout/orgChart1"/>
    <dgm:cxn modelId="{B2C437E5-B740-4785-A5CE-FC59FAB31D2F}" type="presParOf" srcId="{9BC9CB26-9651-45E8-AF8D-49211FA2C025}" destId="{CE1D1960-1F4F-415B-8D7F-943DF12EF761}" srcOrd="4" destOrd="0" presId="urn:microsoft.com/office/officeart/2005/8/layout/orgChart1"/>
    <dgm:cxn modelId="{8DCB80BB-079C-40AE-B869-978DE7875141}" type="presParOf" srcId="{9BC9CB26-9651-45E8-AF8D-49211FA2C025}" destId="{60F23246-A38C-4AAC-AE9B-FF0A8F4A96A9}" srcOrd="5" destOrd="0" presId="urn:microsoft.com/office/officeart/2005/8/layout/orgChart1"/>
    <dgm:cxn modelId="{214CB6D3-1366-4B76-A0F4-FB77BC79E25D}" type="presParOf" srcId="{60F23246-A38C-4AAC-AE9B-FF0A8F4A96A9}" destId="{E6EB95DA-27C6-4AA2-9DDA-E66475E9DDA2}" srcOrd="0" destOrd="0" presId="urn:microsoft.com/office/officeart/2005/8/layout/orgChart1"/>
    <dgm:cxn modelId="{B4125D2B-01BC-47A5-8D6E-5B2DE62504A2}" type="presParOf" srcId="{E6EB95DA-27C6-4AA2-9DDA-E66475E9DDA2}" destId="{E107C8CC-F70D-43E7-8A59-F38AAAC0475E}" srcOrd="0" destOrd="0" presId="urn:microsoft.com/office/officeart/2005/8/layout/orgChart1"/>
    <dgm:cxn modelId="{641351B8-67C5-4B27-9651-8F62C75EBC3D}" type="presParOf" srcId="{E6EB95DA-27C6-4AA2-9DDA-E66475E9DDA2}" destId="{AC5715CA-D2B3-4C11-8E94-E53E8E9A4005}" srcOrd="1" destOrd="0" presId="urn:microsoft.com/office/officeart/2005/8/layout/orgChart1"/>
    <dgm:cxn modelId="{A9998D00-B856-4BA8-85F9-D1D7B6FDC006}" type="presParOf" srcId="{60F23246-A38C-4AAC-AE9B-FF0A8F4A96A9}" destId="{4BD4B269-4F4F-40A2-8B04-8A27F6C042BC}" srcOrd="1" destOrd="0" presId="urn:microsoft.com/office/officeart/2005/8/layout/orgChart1"/>
    <dgm:cxn modelId="{5782B7B6-49B3-4AEA-8322-FAE404E13E57}" type="presParOf" srcId="{60F23246-A38C-4AAC-AE9B-FF0A8F4A96A9}" destId="{4EB81AD8-56A8-4DB4-9B04-259E68332160}" srcOrd="2" destOrd="0" presId="urn:microsoft.com/office/officeart/2005/8/layout/orgChart1"/>
    <dgm:cxn modelId="{A5874A92-DE6F-47DE-8FC8-0B042706A7BC}" type="presParOf" srcId="{9BC9CB26-9651-45E8-AF8D-49211FA2C025}" destId="{5F173A2D-EC1D-4653-98AB-AB6D87BA3D5B}" srcOrd="6" destOrd="0" presId="urn:microsoft.com/office/officeart/2005/8/layout/orgChart1"/>
    <dgm:cxn modelId="{A0DA8572-3ECB-4208-B86C-9F966CA33CD8}" type="presParOf" srcId="{9BC9CB26-9651-45E8-AF8D-49211FA2C025}" destId="{B3494403-7BE9-4409-9628-53CE54E00836}" srcOrd="7" destOrd="0" presId="urn:microsoft.com/office/officeart/2005/8/layout/orgChart1"/>
    <dgm:cxn modelId="{5916FAEA-9852-4BB3-B25D-14983E97A44A}" type="presParOf" srcId="{B3494403-7BE9-4409-9628-53CE54E00836}" destId="{A5A478BB-8951-442F-B178-E53DD1DD8213}" srcOrd="0" destOrd="0" presId="urn:microsoft.com/office/officeart/2005/8/layout/orgChart1"/>
    <dgm:cxn modelId="{835C2096-7624-4ADC-887B-4DA82913C310}" type="presParOf" srcId="{A5A478BB-8951-442F-B178-E53DD1DD8213}" destId="{B21D9FDA-AD64-4B4A-936D-FEF21C924203}" srcOrd="0" destOrd="0" presId="urn:microsoft.com/office/officeart/2005/8/layout/orgChart1"/>
    <dgm:cxn modelId="{2C0E4A07-8241-4A20-8DE8-C8E4EE1781FA}" type="presParOf" srcId="{A5A478BB-8951-442F-B178-E53DD1DD8213}" destId="{9EA66F78-3C0A-4323-8E5A-5555F2A479CE}" srcOrd="1" destOrd="0" presId="urn:microsoft.com/office/officeart/2005/8/layout/orgChart1"/>
    <dgm:cxn modelId="{CA9092CF-156C-4BED-8B22-0020D92C82D8}" type="presParOf" srcId="{B3494403-7BE9-4409-9628-53CE54E00836}" destId="{B8824C07-27A2-4AE2-9862-FF4CB2E97ACE}" srcOrd="1" destOrd="0" presId="urn:microsoft.com/office/officeart/2005/8/layout/orgChart1"/>
    <dgm:cxn modelId="{B3B9FC1E-2A8F-4C80-A63D-A6931DCC75E4}" type="presParOf" srcId="{B3494403-7BE9-4409-9628-53CE54E00836}" destId="{D580521D-D691-4B4D-ACAE-A76383856EC8}" srcOrd="2" destOrd="0" presId="urn:microsoft.com/office/officeart/2005/8/layout/orgChart1"/>
    <dgm:cxn modelId="{C03F89B9-C291-4604-9342-CE7D1011C49A}" type="presParOf" srcId="{9BC9CB26-9651-45E8-AF8D-49211FA2C025}" destId="{3BAECF77-0155-4D59-AE8F-6B8DAD53F18F}" srcOrd="8" destOrd="0" presId="urn:microsoft.com/office/officeart/2005/8/layout/orgChart1"/>
    <dgm:cxn modelId="{D0CD2205-67EB-4FB6-917C-4D5B8578CFAF}" type="presParOf" srcId="{9BC9CB26-9651-45E8-AF8D-49211FA2C025}" destId="{3AEA4E8B-92FF-4C9C-BAA6-4AD48E7BB901}" srcOrd="9" destOrd="0" presId="urn:microsoft.com/office/officeart/2005/8/layout/orgChart1"/>
    <dgm:cxn modelId="{8AA4BDE3-C08A-4440-A653-B84429FDE78D}" type="presParOf" srcId="{3AEA4E8B-92FF-4C9C-BAA6-4AD48E7BB901}" destId="{ED16BE38-B475-44DB-8B9F-CF72A1C52F29}" srcOrd="0" destOrd="0" presId="urn:microsoft.com/office/officeart/2005/8/layout/orgChart1"/>
    <dgm:cxn modelId="{FD3B8A32-E018-4389-B294-931D5CB89030}" type="presParOf" srcId="{ED16BE38-B475-44DB-8B9F-CF72A1C52F29}" destId="{A5A979B2-A7BC-4E31-8EC8-A7F65A4A5885}" srcOrd="0" destOrd="0" presId="urn:microsoft.com/office/officeart/2005/8/layout/orgChart1"/>
    <dgm:cxn modelId="{228D5599-3CE6-4771-9D8A-CA42E27697BD}" type="presParOf" srcId="{ED16BE38-B475-44DB-8B9F-CF72A1C52F29}" destId="{DE221DB1-0B7B-4E5B-BAB2-BF5EDD486BA5}" srcOrd="1" destOrd="0" presId="urn:microsoft.com/office/officeart/2005/8/layout/orgChart1"/>
    <dgm:cxn modelId="{269D2A87-9FA7-4733-81D0-09F8F7670BF1}" type="presParOf" srcId="{3AEA4E8B-92FF-4C9C-BAA6-4AD48E7BB901}" destId="{A5D22A4B-674F-4FDB-8CE7-7F6FD35EF3EA}" srcOrd="1" destOrd="0" presId="urn:microsoft.com/office/officeart/2005/8/layout/orgChart1"/>
    <dgm:cxn modelId="{26D942CD-82BA-453C-A475-4732A0A500CC}" type="presParOf" srcId="{3AEA4E8B-92FF-4C9C-BAA6-4AD48E7BB901}" destId="{821E4A15-E6EC-49B7-AB9E-411313E58881}" srcOrd="2" destOrd="0" presId="urn:microsoft.com/office/officeart/2005/8/layout/orgChart1"/>
    <dgm:cxn modelId="{EE976A89-6792-4AE5-8469-F910A4BE2527}" type="presParOf" srcId="{9BC9CB26-9651-45E8-AF8D-49211FA2C025}" destId="{8E2FFC17-409B-40BC-8D35-1B62F36C5C5C}" srcOrd="10" destOrd="0" presId="urn:microsoft.com/office/officeart/2005/8/layout/orgChart1"/>
    <dgm:cxn modelId="{CB3C8427-9743-4621-B134-7BC4E5BC48CB}" type="presParOf" srcId="{9BC9CB26-9651-45E8-AF8D-49211FA2C025}" destId="{80F76EEA-F693-480C-913C-210F47637179}" srcOrd="11" destOrd="0" presId="urn:microsoft.com/office/officeart/2005/8/layout/orgChart1"/>
    <dgm:cxn modelId="{E591D1FB-D537-427B-B2E8-0F99035A7DC0}" type="presParOf" srcId="{80F76EEA-F693-480C-913C-210F47637179}" destId="{E75831EF-F152-4FCD-AE85-3473C612E87E}" srcOrd="0" destOrd="0" presId="urn:microsoft.com/office/officeart/2005/8/layout/orgChart1"/>
    <dgm:cxn modelId="{F619019E-B3FA-47CC-82FC-0D4715EEE83A}" type="presParOf" srcId="{E75831EF-F152-4FCD-AE85-3473C612E87E}" destId="{09C72F54-11B3-4CEA-A6CB-6494039EDA23}" srcOrd="0" destOrd="0" presId="urn:microsoft.com/office/officeart/2005/8/layout/orgChart1"/>
    <dgm:cxn modelId="{18E3B3F7-86B6-4439-8E3B-C1C8CA7D8793}" type="presParOf" srcId="{E75831EF-F152-4FCD-AE85-3473C612E87E}" destId="{C97499C9-71F3-451C-AA2E-6406A2E3F1D7}" srcOrd="1" destOrd="0" presId="urn:microsoft.com/office/officeart/2005/8/layout/orgChart1"/>
    <dgm:cxn modelId="{CE0817FA-B73B-4455-B04A-14588F8D468F}" type="presParOf" srcId="{80F76EEA-F693-480C-913C-210F47637179}" destId="{F313413D-8838-45F1-B2AD-AFE548A75816}" srcOrd="1" destOrd="0" presId="urn:microsoft.com/office/officeart/2005/8/layout/orgChart1"/>
    <dgm:cxn modelId="{6D398D38-1E7F-4C85-85C3-ACA60A2766AD}" type="presParOf" srcId="{80F76EEA-F693-480C-913C-210F47637179}" destId="{DA54B89E-50B2-4E3B-89AC-4F07BD997DFD}" srcOrd="2" destOrd="0" presId="urn:microsoft.com/office/officeart/2005/8/layout/orgChart1"/>
    <dgm:cxn modelId="{5926B6AB-7304-4263-AD20-1477277AA156}" type="presParOf" srcId="{1FEE024C-0C59-4A4B-B491-B36F8861E7C4}" destId="{4F1F411A-96CB-4F69-8A04-30FA635BFB9B}" srcOrd="2" destOrd="0" presId="urn:microsoft.com/office/officeart/2005/8/layout/orgChart1"/>
    <dgm:cxn modelId="{22B150B3-BC25-4BCB-B2BE-B16B9FED32A0}" type="presParOf" srcId="{AD2CCDF3-91F0-4D5E-BC95-4CD14F8A2505}" destId="{B165CC5D-8D49-40AC-9310-587ABF8D8592}" srcOrd="2" destOrd="0" presId="urn:microsoft.com/office/officeart/2005/8/layout/orgChart1"/>
    <dgm:cxn modelId="{CC5A8140-F770-40EF-973D-0C63F9A94CD6}" type="presParOf" srcId="{AD2CCDF3-91F0-4D5E-BC95-4CD14F8A2505}" destId="{E3D205CB-1E71-4E97-A2B3-BA8479C304A8}" srcOrd="3" destOrd="0" presId="urn:microsoft.com/office/officeart/2005/8/layout/orgChart1"/>
    <dgm:cxn modelId="{7FD4E63A-5B6C-4EA0-87ED-0BB52951C041}" type="presParOf" srcId="{E3D205CB-1E71-4E97-A2B3-BA8479C304A8}" destId="{CF7B4EA7-C0E9-49CD-A88B-E2168D644FB5}" srcOrd="0" destOrd="0" presId="urn:microsoft.com/office/officeart/2005/8/layout/orgChart1"/>
    <dgm:cxn modelId="{A24C405B-FCBC-42A3-A293-06E8321BFAE0}" type="presParOf" srcId="{CF7B4EA7-C0E9-49CD-A88B-E2168D644FB5}" destId="{01425EE5-0085-4FA0-BB3C-06DB0F874652}" srcOrd="0" destOrd="0" presId="urn:microsoft.com/office/officeart/2005/8/layout/orgChart1"/>
    <dgm:cxn modelId="{0F141B5D-3C90-47A6-A55C-BD371032021D}" type="presParOf" srcId="{CF7B4EA7-C0E9-49CD-A88B-E2168D644FB5}" destId="{CC7772A2-9D11-42CA-BD24-C4E5A6BCBB28}" srcOrd="1" destOrd="0" presId="urn:microsoft.com/office/officeart/2005/8/layout/orgChart1"/>
    <dgm:cxn modelId="{CDEE9AC1-267F-410F-8093-0EA09B5FDD0A}" type="presParOf" srcId="{E3D205CB-1E71-4E97-A2B3-BA8479C304A8}" destId="{68EAD3B6-ECF9-4668-B089-E2B3EEEE933F}" srcOrd="1" destOrd="0" presId="urn:microsoft.com/office/officeart/2005/8/layout/orgChart1"/>
    <dgm:cxn modelId="{4D057CB8-5F88-40E7-9B3E-136B975C76A0}" type="presParOf" srcId="{68EAD3B6-ECF9-4668-B089-E2B3EEEE933F}" destId="{D4B03B8E-567B-47F7-ABF3-44DE948AAD89}" srcOrd="0" destOrd="0" presId="urn:microsoft.com/office/officeart/2005/8/layout/orgChart1"/>
    <dgm:cxn modelId="{E006A5A8-332D-4BCB-95E9-67DBA42B3C71}" type="presParOf" srcId="{68EAD3B6-ECF9-4668-B089-E2B3EEEE933F}" destId="{414EEC7D-3F11-415D-8A42-D786F45BF6B8}" srcOrd="1" destOrd="0" presId="urn:microsoft.com/office/officeart/2005/8/layout/orgChart1"/>
    <dgm:cxn modelId="{A95DAEAA-4F24-4AD3-8D8C-E9752DEC5CCD}" type="presParOf" srcId="{414EEC7D-3F11-415D-8A42-D786F45BF6B8}" destId="{3B249792-E69D-46FF-8BAA-9B756CF34B60}" srcOrd="0" destOrd="0" presId="urn:microsoft.com/office/officeart/2005/8/layout/orgChart1"/>
    <dgm:cxn modelId="{7D87B0A0-51CF-4B6E-8BB3-379E496C5465}" type="presParOf" srcId="{3B249792-E69D-46FF-8BAA-9B756CF34B60}" destId="{EE17038F-5C7D-4D0A-A112-5BC45F5B4B81}" srcOrd="0" destOrd="0" presId="urn:microsoft.com/office/officeart/2005/8/layout/orgChart1"/>
    <dgm:cxn modelId="{7F3A895E-906A-4E92-8E01-9375AF0CD091}" type="presParOf" srcId="{3B249792-E69D-46FF-8BAA-9B756CF34B60}" destId="{7861B9B8-99AC-4047-A61E-00CC5624913F}" srcOrd="1" destOrd="0" presId="urn:microsoft.com/office/officeart/2005/8/layout/orgChart1"/>
    <dgm:cxn modelId="{40715B4B-B9B0-4152-9FA2-2405BD1067BF}" type="presParOf" srcId="{414EEC7D-3F11-415D-8A42-D786F45BF6B8}" destId="{0A9DA553-C2C3-4F7E-80D5-574960996C14}" srcOrd="1" destOrd="0" presId="urn:microsoft.com/office/officeart/2005/8/layout/orgChart1"/>
    <dgm:cxn modelId="{B55769E4-699D-4A84-850B-E8FA53927212}" type="presParOf" srcId="{414EEC7D-3F11-415D-8A42-D786F45BF6B8}" destId="{F9B10663-8B46-4C30-9697-B63EEA8FE477}" srcOrd="2" destOrd="0" presId="urn:microsoft.com/office/officeart/2005/8/layout/orgChart1"/>
    <dgm:cxn modelId="{89FCAE17-A0C6-49A5-99CE-2B6C640E2A65}" type="presParOf" srcId="{68EAD3B6-ECF9-4668-B089-E2B3EEEE933F}" destId="{7F6C64FB-D0B3-415D-801C-F347E9BCE420}" srcOrd="2" destOrd="0" presId="urn:microsoft.com/office/officeart/2005/8/layout/orgChart1"/>
    <dgm:cxn modelId="{4C2AA480-D20F-43F9-A36F-F68CCBBFF3DD}" type="presParOf" srcId="{68EAD3B6-ECF9-4668-B089-E2B3EEEE933F}" destId="{FC41E376-97F4-4A71-A517-AAE0621E03B4}" srcOrd="3" destOrd="0" presId="urn:microsoft.com/office/officeart/2005/8/layout/orgChart1"/>
    <dgm:cxn modelId="{A18AEF5D-C9C7-4B0F-B9D2-801938FA532C}" type="presParOf" srcId="{FC41E376-97F4-4A71-A517-AAE0621E03B4}" destId="{116A5143-D9DF-46E0-8283-BAC218DF0C04}" srcOrd="0" destOrd="0" presId="urn:microsoft.com/office/officeart/2005/8/layout/orgChart1"/>
    <dgm:cxn modelId="{8D89C126-F76C-4692-9695-C1DFFB197DC4}" type="presParOf" srcId="{116A5143-D9DF-46E0-8283-BAC218DF0C04}" destId="{448F484B-9AAE-4B3B-9C71-5A0271770B1F}" srcOrd="0" destOrd="0" presId="urn:microsoft.com/office/officeart/2005/8/layout/orgChart1"/>
    <dgm:cxn modelId="{7C82B55C-7062-419C-A5AE-348E8D9E2E47}" type="presParOf" srcId="{116A5143-D9DF-46E0-8283-BAC218DF0C04}" destId="{A70E2F3C-EE1D-44FF-8A24-1AE06BAB239F}" srcOrd="1" destOrd="0" presId="urn:microsoft.com/office/officeart/2005/8/layout/orgChart1"/>
    <dgm:cxn modelId="{5F276690-608E-43BA-8933-07FE22A4867C}" type="presParOf" srcId="{FC41E376-97F4-4A71-A517-AAE0621E03B4}" destId="{E20DAC47-62BF-4D52-A6DC-36658F4BA586}" srcOrd="1" destOrd="0" presId="urn:microsoft.com/office/officeart/2005/8/layout/orgChart1"/>
    <dgm:cxn modelId="{6FD8A6F9-1E59-4292-BACE-F583B03A3508}" type="presParOf" srcId="{FC41E376-97F4-4A71-A517-AAE0621E03B4}" destId="{B99AC31A-8B93-43FD-815D-5C64751CBEDC}" srcOrd="2" destOrd="0" presId="urn:microsoft.com/office/officeart/2005/8/layout/orgChart1"/>
    <dgm:cxn modelId="{111E84C9-FBA1-41CB-B9A2-2B80F96C59FA}" type="presParOf" srcId="{68EAD3B6-ECF9-4668-B089-E2B3EEEE933F}" destId="{161B6F56-B7D2-4AE2-BED2-6AE4B26DB58F}" srcOrd="4" destOrd="0" presId="urn:microsoft.com/office/officeart/2005/8/layout/orgChart1"/>
    <dgm:cxn modelId="{9B82F0C9-67C3-40D3-86ED-EE92F587D7A7}" type="presParOf" srcId="{68EAD3B6-ECF9-4668-B089-E2B3EEEE933F}" destId="{393F9C05-53E7-478B-8950-EC685EECC2C6}" srcOrd="5" destOrd="0" presId="urn:microsoft.com/office/officeart/2005/8/layout/orgChart1"/>
    <dgm:cxn modelId="{398C1B54-B89A-4105-AF2B-11D4AAA8508C}" type="presParOf" srcId="{393F9C05-53E7-478B-8950-EC685EECC2C6}" destId="{730838FF-B5D4-4C29-94AD-9DF2FDADAA5A}" srcOrd="0" destOrd="0" presId="urn:microsoft.com/office/officeart/2005/8/layout/orgChart1"/>
    <dgm:cxn modelId="{14557D48-C5EB-4B0E-8137-DCF77898E84C}" type="presParOf" srcId="{730838FF-B5D4-4C29-94AD-9DF2FDADAA5A}" destId="{69D2A682-8BC1-46B8-93A9-B0672C27531D}" srcOrd="0" destOrd="0" presId="urn:microsoft.com/office/officeart/2005/8/layout/orgChart1"/>
    <dgm:cxn modelId="{052771D0-FE6D-452F-8E5F-76EDAB75AF01}" type="presParOf" srcId="{730838FF-B5D4-4C29-94AD-9DF2FDADAA5A}" destId="{86BF57D3-975B-4660-B387-A6868E30871E}" srcOrd="1" destOrd="0" presId="urn:microsoft.com/office/officeart/2005/8/layout/orgChart1"/>
    <dgm:cxn modelId="{E850AA03-F610-4EB6-ADD2-CD200FBA4D12}" type="presParOf" srcId="{393F9C05-53E7-478B-8950-EC685EECC2C6}" destId="{DA5FCC1D-28B2-4BFA-9EC7-E8E3C9A40779}" srcOrd="1" destOrd="0" presId="urn:microsoft.com/office/officeart/2005/8/layout/orgChart1"/>
    <dgm:cxn modelId="{D0E54824-3467-45BA-ACA7-22119F53B2F7}" type="presParOf" srcId="{DA5FCC1D-28B2-4BFA-9EC7-E8E3C9A40779}" destId="{0466B05B-3169-499A-B0FB-A1957E5871DC}" srcOrd="0" destOrd="0" presId="urn:microsoft.com/office/officeart/2005/8/layout/orgChart1"/>
    <dgm:cxn modelId="{824351DB-E736-4444-BC5B-CB6AACF5EFCD}" type="presParOf" srcId="{DA5FCC1D-28B2-4BFA-9EC7-E8E3C9A40779}" destId="{8377E83B-BDF4-4728-972A-647B6B8F8869}" srcOrd="1" destOrd="0" presId="urn:microsoft.com/office/officeart/2005/8/layout/orgChart1"/>
    <dgm:cxn modelId="{C6871D21-E07D-47B0-816D-C136F7C442BE}" type="presParOf" srcId="{8377E83B-BDF4-4728-972A-647B6B8F8869}" destId="{E1E647BB-0156-4EDC-AEFB-EE75B7094E4F}" srcOrd="0" destOrd="0" presId="urn:microsoft.com/office/officeart/2005/8/layout/orgChart1"/>
    <dgm:cxn modelId="{FE50AC6B-D60E-401B-993D-2D599F67FF24}" type="presParOf" srcId="{E1E647BB-0156-4EDC-AEFB-EE75B7094E4F}" destId="{90763E7A-1DF1-4602-8035-A73F2B2D15F6}" srcOrd="0" destOrd="0" presId="urn:microsoft.com/office/officeart/2005/8/layout/orgChart1"/>
    <dgm:cxn modelId="{793645B3-6225-4B86-9622-785B8C2E5D04}" type="presParOf" srcId="{E1E647BB-0156-4EDC-AEFB-EE75B7094E4F}" destId="{EDDF8D7A-8EC3-49B2-B833-CEADF89A31A7}" srcOrd="1" destOrd="0" presId="urn:microsoft.com/office/officeart/2005/8/layout/orgChart1"/>
    <dgm:cxn modelId="{C643E98A-81BF-41F2-8FAB-04CBC08211D9}" type="presParOf" srcId="{8377E83B-BDF4-4728-972A-647B6B8F8869}" destId="{015683B8-58CD-44BD-93F0-9BBC0BB52A39}" srcOrd="1" destOrd="0" presId="urn:microsoft.com/office/officeart/2005/8/layout/orgChart1"/>
    <dgm:cxn modelId="{76132AE3-D587-45EB-8647-D7C420ADF5FA}" type="presParOf" srcId="{8377E83B-BDF4-4728-972A-647B6B8F8869}" destId="{242FE8EE-E37B-46F0-8344-70DE4665E726}" srcOrd="2" destOrd="0" presId="urn:microsoft.com/office/officeart/2005/8/layout/orgChart1"/>
    <dgm:cxn modelId="{FA73B179-B928-4419-8D17-1E2C07DF358E}" type="presParOf" srcId="{DA5FCC1D-28B2-4BFA-9EC7-E8E3C9A40779}" destId="{BBBD3DE3-E58C-45A4-B484-B174CBD18FD0}" srcOrd="2" destOrd="0" presId="urn:microsoft.com/office/officeart/2005/8/layout/orgChart1"/>
    <dgm:cxn modelId="{0E8E3F46-4A99-46B3-896E-267F976DF107}" type="presParOf" srcId="{DA5FCC1D-28B2-4BFA-9EC7-E8E3C9A40779}" destId="{457FF776-CDFE-4A62-863E-546D9F4A23B4}" srcOrd="3" destOrd="0" presId="urn:microsoft.com/office/officeart/2005/8/layout/orgChart1"/>
    <dgm:cxn modelId="{76619DC6-94A8-473B-A006-B2010F977203}" type="presParOf" srcId="{457FF776-CDFE-4A62-863E-546D9F4A23B4}" destId="{53BD3259-F556-4164-9568-A436B95511D5}" srcOrd="0" destOrd="0" presId="urn:microsoft.com/office/officeart/2005/8/layout/orgChart1"/>
    <dgm:cxn modelId="{5E8C471F-8CA3-44DC-AE48-B993873DE121}" type="presParOf" srcId="{53BD3259-F556-4164-9568-A436B95511D5}" destId="{088E1076-FE12-4E5D-8A0B-5704D1ADD23F}" srcOrd="0" destOrd="0" presId="urn:microsoft.com/office/officeart/2005/8/layout/orgChart1"/>
    <dgm:cxn modelId="{90EA198B-852A-4FA5-91A0-6B7DB4D054A5}" type="presParOf" srcId="{53BD3259-F556-4164-9568-A436B95511D5}" destId="{45224CDF-2E10-4675-B377-7A7C3AA307B3}" srcOrd="1" destOrd="0" presId="urn:microsoft.com/office/officeart/2005/8/layout/orgChart1"/>
    <dgm:cxn modelId="{40F680A0-665F-4F09-BA02-5D326AEA4CA1}" type="presParOf" srcId="{457FF776-CDFE-4A62-863E-546D9F4A23B4}" destId="{A1009275-B3BB-4D99-9331-518EE1712D0A}" srcOrd="1" destOrd="0" presId="urn:microsoft.com/office/officeart/2005/8/layout/orgChart1"/>
    <dgm:cxn modelId="{2BF2DFF7-6B13-4DCF-9FFA-EFFD3CE5126F}" type="presParOf" srcId="{457FF776-CDFE-4A62-863E-546D9F4A23B4}" destId="{A9CFF279-D551-49A6-9D3D-F97A3F117793}" srcOrd="2" destOrd="0" presId="urn:microsoft.com/office/officeart/2005/8/layout/orgChart1"/>
    <dgm:cxn modelId="{80F7DC0F-E8CA-414F-B4FC-8DAA985DEFAB}" type="presParOf" srcId="{DA5FCC1D-28B2-4BFA-9EC7-E8E3C9A40779}" destId="{700630CD-557A-42B4-83B1-1DE840608AA5}" srcOrd="4" destOrd="0" presId="urn:microsoft.com/office/officeart/2005/8/layout/orgChart1"/>
    <dgm:cxn modelId="{E6BFF374-7420-471D-A7FE-74E2AB2813C3}" type="presParOf" srcId="{DA5FCC1D-28B2-4BFA-9EC7-E8E3C9A40779}" destId="{ECD4255D-4E60-4D18-8DA7-4C587029BA1D}" srcOrd="5" destOrd="0" presId="urn:microsoft.com/office/officeart/2005/8/layout/orgChart1"/>
    <dgm:cxn modelId="{3A5D74B5-C908-4094-B71D-F50EE30B059F}" type="presParOf" srcId="{ECD4255D-4E60-4D18-8DA7-4C587029BA1D}" destId="{2402A561-8749-4F25-9353-312ECD926740}" srcOrd="0" destOrd="0" presId="urn:microsoft.com/office/officeart/2005/8/layout/orgChart1"/>
    <dgm:cxn modelId="{2616C012-76FD-4716-BFBF-8F59C49135A8}" type="presParOf" srcId="{2402A561-8749-4F25-9353-312ECD926740}" destId="{91EF6D16-83B9-44E9-8D31-478A5DF507F0}" srcOrd="0" destOrd="0" presId="urn:microsoft.com/office/officeart/2005/8/layout/orgChart1"/>
    <dgm:cxn modelId="{36302096-FFF2-4711-81F2-E5B7D4242A5B}" type="presParOf" srcId="{2402A561-8749-4F25-9353-312ECD926740}" destId="{1AF5FD4C-FFD0-46A3-9177-910AFA459CB8}" srcOrd="1" destOrd="0" presId="urn:microsoft.com/office/officeart/2005/8/layout/orgChart1"/>
    <dgm:cxn modelId="{823C38D4-CF3A-48DD-B6F6-ED37BEFCFF2B}" type="presParOf" srcId="{ECD4255D-4E60-4D18-8DA7-4C587029BA1D}" destId="{25FC9565-DF0A-4A1D-9599-B313AAE453E2}" srcOrd="1" destOrd="0" presId="urn:microsoft.com/office/officeart/2005/8/layout/orgChart1"/>
    <dgm:cxn modelId="{F1A4C5A4-BA73-4872-A035-E90752F475B2}" type="presParOf" srcId="{ECD4255D-4E60-4D18-8DA7-4C587029BA1D}" destId="{6A50726C-D228-455D-B6EA-AD9656150D9A}" srcOrd="2" destOrd="0" presId="urn:microsoft.com/office/officeart/2005/8/layout/orgChart1"/>
    <dgm:cxn modelId="{A46B348B-1469-49D9-915F-A490E9946CF5}" type="presParOf" srcId="{DA5FCC1D-28B2-4BFA-9EC7-E8E3C9A40779}" destId="{6C58EFFC-2EF1-4522-87F3-0B7755BADCC2}" srcOrd="6" destOrd="0" presId="urn:microsoft.com/office/officeart/2005/8/layout/orgChart1"/>
    <dgm:cxn modelId="{32749596-1481-4E7B-91F7-80175F421E87}" type="presParOf" srcId="{DA5FCC1D-28B2-4BFA-9EC7-E8E3C9A40779}" destId="{82BD8AE2-2F6D-43F2-9741-E698D0A6CFF1}" srcOrd="7" destOrd="0" presId="urn:microsoft.com/office/officeart/2005/8/layout/orgChart1"/>
    <dgm:cxn modelId="{F0F6EAA8-6BD7-426C-980E-B810681A8F4B}" type="presParOf" srcId="{82BD8AE2-2F6D-43F2-9741-E698D0A6CFF1}" destId="{3861E764-D6DC-42C1-94ED-EB5AFFDD6D1D}" srcOrd="0" destOrd="0" presId="urn:microsoft.com/office/officeart/2005/8/layout/orgChart1"/>
    <dgm:cxn modelId="{CBF763C1-8285-4BE3-A1C4-0272B2A82870}" type="presParOf" srcId="{3861E764-D6DC-42C1-94ED-EB5AFFDD6D1D}" destId="{3CC92F4D-FF85-47B7-B1EE-418E7D7D5BDA}" srcOrd="0" destOrd="0" presId="urn:microsoft.com/office/officeart/2005/8/layout/orgChart1"/>
    <dgm:cxn modelId="{0870F7EA-02B6-4DCF-B46B-A2FA420BB9BD}" type="presParOf" srcId="{3861E764-D6DC-42C1-94ED-EB5AFFDD6D1D}" destId="{9CCEF096-9B0D-4010-B0B1-23ED138FC939}" srcOrd="1" destOrd="0" presId="urn:microsoft.com/office/officeart/2005/8/layout/orgChart1"/>
    <dgm:cxn modelId="{48FB5CC0-DB9F-4976-A10D-81FD720E04C6}" type="presParOf" srcId="{82BD8AE2-2F6D-43F2-9741-E698D0A6CFF1}" destId="{FF380B3D-98B7-4963-9EF0-9DBE5074DAEA}" srcOrd="1" destOrd="0" presId="urn:microsoft.com/office/officeart/2005/8/layout/orgChart1"/>
    <dgm:cxn modelId="{0C916312-6D49-42CD-ADB7-905FE4805C97}" type="presParOf" srcId="{82BD8AE2-2F6D-43F2-9741-E698D0A6CFF1}" destId="{6DAC6D8D-6602-4D33-8938-68C9D96F3424}" srcOrd="2" destOrd="0" presId="urn:microsoft.com/office/officeart/2005/8/layout/orgChart1"/>
    <dgm:cxn modelId="{915CEFF4-7CEC-4E03-8AD8-617DDF2D341E}" type="presParOf" srcId="{393F9C05-53E7-478B-8950-EC685EECC2C6}" destId="{EC4FB82E-1EF6-44CE-9E61-AD097AE1485D}" srcOrd="2" destOrd="0" presId="urn:microsoft.com/office/officeart/2005/8/layout/orgChart1"/>
    <dgm:cxn modelId="{862ED537-42BC-4177-A5E2-BB735F57C77C}" type="presParOf" srcId="{E3D205CB-1E71-4E97-A2B3-BA8479C304A8}" destId="{4DBED41D-6849-4700-B73C-D2CBD5DDABDF}" srcOrd="2" destOrd="0" presId="urn:microsoft.com/office/officeart/2005/8/layout/orgChart1"/>
    <dgm:cxn modelId="{9A6EED97-8C50-4C74-A0CE-B5DE5EB626F2}" type="presParOf" srcId="{AD2CCDF3-91F0-4D5E-BC95-4CD14F8A2505}" destId="{3740BD30-236D-45C3-8534-0B3A61A6F670}" srcOrd="4" destOrd="0" presId="urn:microsoft.com/office/officeart/2005/8/layout/orgChart1"/>
    <dgm:cxn modelId="{16A58F3B-2B97-40CB-93A0-428E2BF3F832}" type="presParOf" srcId="{AD2CCDF3-91F0-4D5E-BC95-4CD14F8A2505}" destId="{F2488370-ED5D-470F-B8E6-16E3E9829493}" srcOrd="5" destOrd="0" presId="urn:microsoft.com/office/officeart/2005/8/layout/orgChart1"/>
    <dgm:cxn modelId="{3B74DF7F-601C-4813-85B7-BEC8AECEF39F}" type="presParOf" srcId="{F2488370-ED5D-470F-B8E6-16E3E9829493}" destId="{8033763E-0126-479D-90DE-ECDC3ACB94CE}" srcOrd="0" destOrd="0" presId="urn:microsoft.com/office/officeart/2005/8/layout/orgChart1"/>
    <dgm:cxn modelId="{41FC2178-8FB6-477D-9EF9-F3CF3CEB5C94}" type="presParOf" srcId="{8033763E-0126-479D-90DE-ECDC3ACB94CE}" destId="{A30A3491-8A58-472B-8DC2-326C89378EAB}" srcOrd="0" destOrd="0" presId="urn:microsoft.com/office/officeart/2005/8/layout/orgChart1"/>
    <dgm:cxn modelId="{C8080397-351C-4A75-AF11-5EDEA004F933}" type="presParOf" srcId="{8033763E-0126-479D-90DE-ECDC3ACB94CE}" destId="{BD9253BA-C16A-45E8-AC04-E25AEB1D3A02}" srcOrd="1" destOrd="0" presId="urn:microsoft.com/office/officeart/2005/8/layout/orgChart1"/>
    <dgm:cxn modelId="{80FADF75-A330-40EB-A668-7B2B38D4BF70}" type="presParOf" srcId="{F2488370-ED5D-470F-B8E6-16E3E9829493}" destId="{0B2F5866-3883-4EAE-BD76-914F3B76A633}" srcOrd="1" destOrd="0" presId="urn:microsoft.com/office/officeart/2005/8/layout/orgChart1"/>
    <dgm:cxn modelId="{42A71081-6E88-421E-B374-E7AA2E4D7E13}" type="presParOf" srcId="{0B2F5866-3883-4EAE-BD76-914F3B76A633}" destId="{290F95C4-381D-4B37-AF11-94DD087B3BC6}" srcOrd="0" destOrd="0" presId="urn:microsoft.com/office/officeart/2005/8/layout/orgChart1"/>
    <dgm:cxn modelId="{98E70E62-5210-4AB8-880F-820864761543}" type="presParOf" srcId="{0B2F5866-3883-4EAE-BD76-914F3B76A633}" destId="{3369AFD3-B4E7-4C94-88F2-357926E5924D}" srcOrd="1" destOrd="0" presId="urn:microsoft.com/office/officeart/2005/8/layout/orgChart1"/>
    <dgm:cxn modelId="{C7C835B2-2F0B-4BF3-A6F4-E99058FAB837}" type="presParOf" srcId="{3369AFD3-B4E7-4C94-88F2-357926E5924D}" destId="{0560EB01-F6C7-4BC9-909A-6A6682E92D89}" srcOrd="0" destOrd="0" presId="urn:microsoft.com/office/officeart/2005/8/layout/orgChart1"/>
    <dgm:cxn modelId="{AB643096-FDCB-4725-8EE4-57E1372FE767}" type="presParOf" srcId="{0560EB01-F6C7-4BC9-909A-6A6682E92D89}" destId="{D6AC3BE8-F1EC-4DFF-A376-CD613BA55AE4}" srcOrd="0" destOrd="0" presId="urn:microsoft.com/office/officeart/2005/8/layout/orgChart1"/>
    <dgm:cxn modelId="{727D1912-4B09-42A7-99B5-1BF182D9C460}" type="presParOf" srcId="{0560EB01-F6C7-4BC9-909A-6A6682E92D89}" destId="{CE8790F8-47E6-4611-B210-99682D5E8749}" srcOrd="1" destOrd="0" presId="urn:microsoft.com/office/officeart/2005/8/layout/orgChart1"/>
    <dgm:cxn modelId="{DA754C98-9DC1-4171-A55B-6FD0ED88D2F5}" type="presParOf" srcId="{3369AFD3-B4E7-4C94-88F2-357926E5924D}" destId="{21F323E7-4597-44BE-898A-163F861CFC4B}" srcOrd="1" destOrd="0" presId="urn:microsoft.com/office/officeart/2005/8/layout/orgChart1"/>
    <dgm:cxn modelId="{EA9F3CD0-7F93-43CC-952F-F1451871E5BB}" type="presParOf" srcId="{3369AFD3-B4E7-4C94-88F2-357926E5924D}" destId="{3B88948D-3ECA-4B59-8B13-C09417B3F8F2}" srcOrd="2" destOrd="0" presId="urn:microsoft.com/office/officeart/2005/8/layout/orgChart1"/>
    <dgm:cxn modelId="{28798B88-0465-4EA7-9D00-709226F339D0}" type="presParOf" srcId="{0B2F5866-3883-4EAE-BD76-914F3B76A633}" destId="{B9487BF5-9863-42FD-9992-023B85CB2114}" srcOrd="2" destOrd="0" presId="urn:microsoft.com/office/officeart/2005/8/layout/orgChart1"/>
    <dgm:cxn modelId="{290AF04F-F003-47D8-9A18-82DA93380E40}" type="presParOf" srcId="{0B2F5866-3883-4EAE-BD76-914F3B76A633}" destId="{82A71116-5417-4558-AB6E-BC4D358164A8}" srcOrd="3" destOrd="0" presId="urn:microsoft.com/office/officeart/2005/8/layout/orgChart1"/>
    <dgm:cxn modelId="{20917D09-6F7D-47F9-A060-1F6AA879899D}" type="presParOf" srcId="{82A71116-5417-4558-AB6E-BC4D358164A8}" destId="{1235362F-9067-4213-A7DC-9DDF882C2A55}" srcOrd="0" destOrd="0" presId="urn:microsoft.com/office/officeart/2005/8/layout/orgChart1"/>
    <dgm:cxn modelId="{E34C4E8D-029C-4012-84F0-93EDC4A2A3D7}" type="presParOf" srcId="{1235362F-9067-4213-A7DC-9DDF882C2A55}" destId="{EE6572A9-13CF-4C89-9B21-326857B6568A}" srcOrd="0" destOrd="0" presId="urn:microsoft.com/office/officeart/2005/8/layout/orgChart1"/>
    <dgm:cxn modelId="{8F906CEC-FFC0-4991-92BE-5AE3D402646F}" type="presParOf" srcId="{1235362F-9067-4213-A7DC-9DDF882C2A55}" destId="{48D6C8E5-3B82-4B02-9457-5F8FC7633E75}" srcOrd="1" destOrd="0" presId="urn:microsoft.com/office/officeart/2005/8/layout/orgChart1"/>
    <dgm:cxn modelId="{4881A75C-A238-4175-AEAC-BC842C1E8B07}" type="presParOf" srcId="{82A71116-5417-4558-AB6E-BC4D358164A8}" destId="{9897B59A-7EC3-4E41-B6D4-86264B9F366C}" srcOrd="1" destOrd="0" presId="urn:microsoft.com/office/officeart/2005/8/layout/orgChart1"/>
    <dgm:cxn modelId="{3A660C40-6F1D-4233-9935-BAFFFD2ACF42}" type="presParOf" srcId="{82A71116-5417-4558-AB6E-BC4D358164A8}" destId="{5FF2E393-D376-427A-9933-B4075C082B44}" srcOrd="2" destOrd="0" presId="urn:microsoft.com/office/officeart/2005/8/layout/orgChart1"/>
    <dgm:cxn modelId="{1EBF7F0B-712C-4AD9-8B62-7A947EC20FF8}" type="presParOf" srcId="{0B2F5866-3883-4EAE-BD76-914F3B76A633}" destId="{B5DCD854-7171-4A3C-92AB-D9C5A4265137}" srcOrd="4" destOrd="0" presId="urn:microsoft.com/office/officeart/2005/8/layout/orgChart1"/>
    <dgm:cxn modelId="{6F600EE8-ABC3-437D-B8B7-C4ED6AD43E4E}" type="presParOf" srcId="{0B2F5866-3883-4EAE-BD76-914F3B76A633}" destId="{AE63DCB0-191F-49BD-8D6F-BBE3B020981B}" srcOrd="5" destOrd="0" presId="urn:microsoft.com/office/officeart/2005/8/layout/orgChart1"/>
    <dgm:cxn modelId="{26BE3FED-6DD4-4056-9464-6D156F6FED0C}" type="presParOf" srcId="{AE63DCB0-191F-49BD-8D6F-BBE3B020981B}" destId="{386592A2-09E8-47F7-81A3-6D03AFA9F215}" srcOrd="0" destOrd="0" presId="urn:microsoft.com/office/officeart/2005/8/layout/orgChart1"/>
    <dgm:cxn modelId="{F83B6690-2688-42DC-A959-13FE8945154B}" type="presParOf" srcId="{386592A2-09E8-47F7-81A3-6D03AFA9F215}" destId="{E1894C04-C197-4832-9699-95247623A7F2}" srcOrd="0" destOrd="0" presId="urn:microsoft.com/office/officeart/2005/8/layout/orgChart1"/>
    <dgm:cxn modelId="{589360E5-4179-45D3-978B-E955870C7CB6}" type="presParOf" srcId="{386592A2-09E8-47F7-81A3-6D03AFA9F215}" destId="{1FD5C84E-778B-4EB3-B577-78F13FE66E7D}" srcOrd="1" destOrd="0" presId="urn:microsoft.com/office/officeart/2005/8/layout/orgChart1"/>
    <dgm:cxn modelId="{B6771654-E7AD-4124-AF06-C84214BFC08C}" type="presParOf" srcId="{AE63DCB0-191F-49BD-8D6F-BBE3B020981B}" destId="{17C3A07D-34C1-4A98-8ABC-B92C4CDF2FB9}" srcOrd="1" destOrd="0" presId="urn:microsoft.com/office/officeart/2005/8/layout/orgChart1"/>
    <dgm:cxn modelId="{D70D63CB-B66E-4FA2-B48F-30CB1903F115}" type="presParOf" srcId="{AE63DCB0-191F-49BD-8D6F-BBE3B020981B}" destId="{FA9C5C3D-22C5-4CCC-A0D4-900128A249D9}" srcOrd="2" destOrd="0" presId="urn:microsoft.com/office/officeart/2005/8/layout/orgChart1"/>
    <dgm:cxn modelId="{A71B347D-3827-4EEB-805E-A4B63ECC00D1}" type="presParOf" srcId="{F2488370-ED5D-470F-B8E6-16E3E9829493}" destId="{DE2EF3BA-8516-4C9A-9A03-079BE6BE7FCE}" srcOrd="2" destOrd="0" presId="urn:microsoft.com/office/officeart/2005/8/layout/orgChart1"/>
    <dgm:cxn modelId="{7313D6F4-C155-46C4-BF0B-0EB9A94D503A}" type="presParOf" srcId="{AD2CCDF3-91F0-4D5E-BC95-4CD14F8A2505}" destId="{6E4B1598-2190-4C67-98C9-634D043C049F}" srcOrd="6" destOrd="0" presId="urn:microsoft.com/office/officeart/2005/8/layout/orgChart1"/>
    <dgm:cxn modelId="{0E904EFD-4489-4C8D-891B-19A98FD194EB}" type="presParOf" srcId="{AD2CCDF3-91F0-4D5E-BC95-4CD14F8A2505}" destId="{8DDA5F85-F263-4C55-9485-5F8E5B3BDBEB}" srcOrd="7" destOrd="0" presId="urn:microsoft.com/office/officeart/2005/8/layout/orgChart1"/>
    <dgm:cxn modelId="{36522761-B565-4BC6-A670-19112F526330}" type="presParOf" srcId="{8DDA5F85-F263-4C55-9485-5F8E5B3BDBEB}" destId="{F95FE574-EB41-47BD-9389-02BB518ADF5F}" srcOrd="0" destOrd="0" presId="urn:microsoft.com/office/officeart/2005/8/layout/orgChart1"/>
    <dgm:cxn modelId="{D816BFFB-F5F3-4043-9501-07AFDB71BCCE}" type="presParOf" srcId="{F95FE574-EB41-47BD-9389-02BB518ADF5F}" destId="{F0E34183-AFCF-4A59-898E-5C117B483DC5}" srcOrd="0" destOrd="0" presId="urn:microsoft.com/office/officeart/2005/8/layout/orgChart1"/>
    <dgm:cxn modelId="{32C1639F-95A3-443F-BA1F-7506351D37CC}" type="presParOf" srcId="{F95FE574-EB41-47BD-9389-02BB518ADF5F}" destId="{12658C6D-1638-4233-9B01-F6081530E942}" srcOrd="1" destOrd="0" presId="urn:microsoft.com/office/officeart/2005/8/layout/orgChart1"/>
    <dgm:cxn modelId="{01BD7BE4-B5E9-4E00-B585-EEB836C33D68}" type="presParOf" srcId="{8DDA5F85-F263-4C55-9485-5F8E5B3BDBEB}" destId="{BC7EEC85-BE8D-4C5B-83A5-CAE8E2DF6E61}" srcOrd="1" destOrd="0" presId="urn:microsoft.com/office/officeart/2005/8/layout/orgChart1"/>
    <dgm:cxn modelId="{0EC98B18-2FEC-4351-9194-223F6968186E}" type="presParOf" srcId="{BC7EEC85-BE8D-4C5B-83A5-CAE8E2DF6E61}" destId="{19D2F51E-CE79-4A4F-A633-5CA94550A53E}" srcOrd="0" destOrd="0" presId="urn:microsoft.com/office/officeart/2005/8/layout/orgChart1"/>
    <dgm:cxn modelId="{B067900F-0720-4E35-A249-6C7CB57D68B8}" type="presParOf" srcId="{BC7EEC85-BE8D-4C5B-83A5-CAE8E2DF6E61}" destId="{961965BD-E6CD-401C-9F78-6A9439481071}" srcOrd="1" destOrd="0" presId="urn:microsoft.com/office/officeart/2005/8/layout/orgChart1"/>
    <dgm:cxn modelId="{5B1E4941-ACBF-498A-90DB-02DAB0CB2E94}" type="presParOf" srcId="{961965BD-E6CD-401C-9F78-6A9439481071}" destId="{C0A5AFF4-FDEC-410E-9E12-7BA4E7CDD898}" srcOrd="0" destOrd="0" presId="urn:microsoft.com/office/officeart/2005/8/layout/orgChart1"/>
    <dgm:cxn modelId="{E6CFAC17-2CA4-41B3-99C6-E48B175B8FD5}" type="presParOf" srcId="{C0A5AFF4-FDEC-410E-9E12-7BA4E7CDD898}" destId="{79305C54-5FD0-448F-B1B7-4FD8461DC20D}" srcOrd="0" destOrd="0" presId="urn:microsoft.com/office/officeart/2005/8/layout/orgChart1"/>
    <dgm:cxn modelId="{0DA7BBF4-3656-4518-987E-04A195771C9D}" type="presParOf" srcId="{C0A5AFF4-FDEC-410E-9E12-7BA4E7CDD898}" destId="{016771AB-A5FF-4A70-8F96-AAA33E5558D3}" srcOrd="1" destOrd="0" presId="urn:microsoft.com/office/officeart/2005/8/layout/orgChart1"/>
    <dgm:cxn modelId="{05F0B52E-40FF-4665-94E3-A98C4FE1C9B2}" type="presParOf" srcId="{961965BD-E6CD-401C-9F78-6A9439481071}" destId="{336CF3E4-7A7C-478F-A5BB-70801B96E8BA}" srcOrd="1" destOrd="0" presId="urn:microsoft.com/office/officeart/2005/8/layout/orgChart1"/>
    <dgm:cxn modelId="{7B41F604-CBB2-40CA-B153-542CA3CB6AA2}" type="presParOf" srcId="{961965BD-E6CD-401C-9F78-6A9439481071}" destId="{4FF522CA-FD42-4A40-A30B-429CA8C03513}" srcOrd="2" destOrd="0" presId="urn:microsoft.com/office/officeart/2005/8/layout/orgChart1"/>
    <dgm:cxn modelId="{1C956520-69B1-42A0-8CF5-6A01C9ED931F}" type="presParOf" srcId="{BC7EEC85-BE8D-4C5B-83A5-CAE8E2DF6E61}" destId="{13BBB3CB-8722-4AA5-B548-6E7CDCCC676C}" srcOrd="2" destOrd="0" presId="urn:microsoft.com/office/officeart/2005/8/layout/orgChart1"/>
    <dgm:cxn modelId="{CE3613EE-CAE1-40EE-A02A-FC4915793D8F}" type="presParOf" srcId="{BC7EEC85-BE8D-4C5B-83A5-CAE8E2DF6E61}" destId="{6223523B-777B-43BB-A960-5E39607DF768}" srcOrd="3" destOrd="0" presId="urn:microsoft.com/office/officeart/2005/8/layout/orgChart1"/>
    <dgm:cxn modelId="{B9B460EE-602B-42A4-AF97-E6C453564437}" type="presParOf" srcId="{6223523B-777B-43BB-A960-5E39607DF768}" destId="{B431B0DF-1077-4937-BF1B-9990264175B0}" srcOrd="0" destOrd="0" presId="urn:microsoft.com/office/officeart/2005/8/layout/orgChart1"/>
    <dgm:cxn modelId="{6EB2288E-10D8-47E5-AE59-74544D45FE9D}" type="presParOf" srcId="{B431B0DF-1077-4937-BF1B-9990264175B0}" destId="{149E07FA-2F2C-446C-86A6-AAF403C355F6}" srcOrd="0" destOrd="0" presId="urn:microsoft.com/office/officeart/2005/8/layout/orgChart1"/>
    <dgm:cxn modelId="{132E5E81-E9A9-4565-9E25-C44AE33051DD}" type="presParOf" srcId="{B431B0DF-1077-4937-BF1B-9990264175B0}" destId="{EF28CE2D-6BBC-4B9C-AF8A-1214A72439EE}" srcOrd="1" destOrd="0" presId="urn:microsoft.com/office/officeart/2005/8/layout/orgChart1"/>
    <dgm:cxn modelId="{EF187192-A026-4FE3-929F-A9F3000F5AB5}" type="presParOf" srcId="{6223523B-777B-43BB-A960-5E39607DF768}" destId="{50DCD0D9-C420-4778-B806-C0F3ADADF095}" srcOrd="1" destOrd="0" presId="urn:microsoft.com/office/officeart/2005/8/layout/orgChart1"/>
    <dgm:cxn modelId="{04148EF5-198D-48D9-9936-DBFDF1F52339}" type="presParOf" srcId="{6223523B-777B-43BB-A960-5E39607DF768}" destId="{2298545C-F108-4AB1-823D-D7AF7FADF47C}" srcOrd="2" destOrd="0" presId="urn:microsoft.com/office/officeart/2005/8/layout/orgChart1"/>
    <dgm:cxn modelId="{3EFCF80A-F9A1-4ED1-A9A9-7D85225FFBA3}" type="presParOf" srcId="{BC7EEC85-BE8D-4C5B-83A5-CAE8E2DF6E61}" destId="{6204E2FE-6D11-4DD9-9B46-BAF073B45806}" srcOrd="4" destOrd="0" presId="urn:microsoft.com/office/officeart/2005/8/layout/orgChart1"/>
    <dgm:cxn modelId="{61991D97-08E8-477A-88F6-064BC5D2E8AB}" type="presParOf" srcId="{BC7EEC85-BE8D-4C5B-83A5-CAE8E2DF6E61}" destId="{CE6FD214-F15A-4D19-8301-F1729031A457}" srcOrd="5" destOrd="0" presId="urn:microsoft.com/office/officeart/2005/8/layout/orgChart1"/>
    <dgm:cxn modelId="{823C9B8B-BEF3-466D-AD17-F0E070555C9D}" type="presParOf" srcId="{CE6FD214-F15A-4D19-8301-F1729031A457}" destId="{2F6DBCFB-27CD-4C2C-AD43-7C23CE2DAA06}" srcOrd="0" destOrd="0" presId="urn:microsoft.com/office/officeart/2005/8/layout/orgChart1"/>
    <dgm:cxn modelId="{BDE3548C-0BD1-4A14-9843-5D5A47091546}" type="presParOf" srcId="{2F6DBCFB-27CD-4C2C-AD43-7C23CE2DAA06}" destId="{19591AB9-CF54-4C65-A015-1EE523B862D7}" srcOrd="0" destOrd="0" presId="urn:microsoft.com/office/officeart/2005/8/layout/orgChart1"/>
    <dgm:cxn modelId="{4F3AC5A6-91D4-4C8F-8D58-BE325E695195}" type="presParOf" srcId="{2F6DBCFB-27CD-4C2C-AD43-7C23CE2DAA06}" destId="{DB514973-F47B-4324-9DB2-DA9047020452}" srcOrd="1" destOrd="0" presId="urn:microsoft.com/office/officeart/2005/8/layout/orgChart1"/>
    <dgm:cxn modelId="{5906A10C-FD63-48ED-915E-FDABE98C4600}" type="presParOf" srcId="{CE6FD214-F15A-4D19-8301-F1729031A457}" destId="{4223593A-D8BB-43FC-A1CE-75CEE9A7C4AC}" srcOrd="1" destOrd="0" presId="urn:microsoft.com/office/officeart/2005/8/layout/orgChart1"/>
    <dgm:cxn modelId="{05F104FF-ED1A-47B9-9936-D90AF9C3464B}" type="presParOf" srcId="{CE6FD214-F15A-4D19-8301-F1729031A457}" destId="{4FC5F2E3-956D-4524-AF67-ABBA36A68BF5}" srcOrd="2" destOrd="0" presId="urn:microsoft.com/office/officeart/2005/8/layout/orgChart1"/>
    <dgm:cxn modelId="{D37D677D-4F67-4F27-B019-4BF1AE5EA882}" type="presParOf" srcId="{8DDA5F85-F263-4C55-9485-5F8E5B3BDBEB}" destId="{3F0497C5-22C7-4361-9C3A-9A2597ADE390}" srcOrd="2" destOrd="0" presId="urn:microsoft.com/office/officeart/2005/8/layout/orgChart1"/>
    <dgm:cxn modelId="{E77B5368-5AE2-4689-851A-35BE14841137}" type="presParOf" srcId="{AD2CCDF3-91F0-4D5E-BC95-4CD14F8A2505}" destId="{2EAB6254-DD7E-4ABD-8491-603FBBECF064}" srcOrd="8" destOrd="0" presId="urn:microsoft.com/office/officeart/2005/8/layout/orgChart1"/>
    <dgm:cxn modelId="{66B5A2BB-7AAD-4023-8356-E457E9050C23}" type="presParOf" srcId="{AD2CCDF3-91F0-4D5E-BC95-4CD14F8A2505}" destId="{BD043599-BE65-4391-A6B2-47B7EBF758E5}" srcOrd="9" destOrd="0" presId="urn:microsoft.com/office/officeart/2005/8/layout/orgChart1"/>
    <dgm:cxn modelId="{5EE492F2-3DFF-44B7-8F71-E6CEDFF2BDB9}" type="presParOf" srcId="{BD043599-BE65-4391-A6B2-47B7EBF758E5}" destId="{D9778AD6-C5FD-4794-B821-E8BAA7543083}" srcOrd="0" destOrd="0" presId="urn:microsoft.com/office/officeart/2005/8/layout/orgChart1"/>
    <dgm:cxn modelId="{34626303-E877-4BCC-AEFB-D71CC67D3C05}" type="presParOf" srcId="{D9778AD6-C5FD-4794-B821-E8BAA7543083}" destId="{D020FBC7-5B46-4AC1-B759-1EA73C0FABAD}" srcOrd="0" destOrd="0" presId="urn:microsoft.com/office/officeart/2005/8/layout/orgChart1"/>
    <dgm:cxn modelId="{C791435E-97CB-445B-8E25-A2BDF6F18A94}" type="presParOf" srcId="{D9778AD6-C5FD-4794-B821-E8BAA7543083}" destId="{AD66411B-D1B9-4AEF-975D-81E351018799}" srcOrd="1" destOrd="0" presId="urn:microsoft.com/office/officeart/2005/8/layout/orgChart1"/>
    <dgm:cxn modelId="{C6C437D1-7E6E-4EEF-8D14-5D4F5FF0CF8B}" type="presParOf" srcId="{BD043599-BE65-4391-A6B2-47B7EBF758E5}" destId="{431F32EF-D86B-4432-BFCC-B10DD5B8CA75}" srcOrd="1" destOrd="0" presId="urn:microsoft.com/office/officeart/2005/8/layout/orgChart1"/>
    <dgm:cxn modelId="{38713CA1-D54B-428B-829B-6DDEE8416552}" type="presParOf" srcId="{431F32EF-D86B-4432-BFCC-B10DD5B8CA75}" destId="{4AD9EF72-64DF-4159-8B33-45C8C9F551DC}" srcOrd="0" destOrd="0" presId="urn:microsoft.com/office/officeart/2005/8/layout/orgChart1"/>
    <dgm:cxn modelId="{9008D73B-A7AC-4C72-8CF6-9BED664AEA84}" type="presParOf" srcId="{431F32EF-D86B-4432-BFCC-B10DD5B8CA75}" destId="{A1000250-37E3-4C85-8A5F-132C8C8101EC}" srcOrd="1" destOrd="0" presId="urn:microsoft.com/office/officeart/2005/8/layout/orgChart1"/>
    <dgm:cxn modelId="{15760418-46D1-4584-8382-50CE50317A0F}" type="presParOf" srcId="{A1000250-37E3-4C85-8A5F-132C8C8101EC}" destId="{CBCF8D29-A470-4C54-AF3E-6BD8837ED575}" srcOrd="0" destOrd="0" presId="urn:microsoft.com/office/officeart/2005/8/layout/orgChart1"/>
    <dgm:cxn modelId="{6F762F58-CBB3-4B4C-8AEB-573278C303BE}" type="presParOf" srcId="{CBCF8D29-A470-4C54-AF3E-6BD8837ED575}" destId="{567F2FE8-B1C5-4784-8807-40F0C688E5EC}" srcOrd="0" destOrd="0" presId="urn:microsoft.com/office/officeart/2005/8/layout/orgChart1"/>
    <dgm:cxn modelId="{29E5E608-66F7-452A-9210-E615E2B72477}" type="presParOf" srcId="{CBCF8D29-A470-4C54-AF3E-6BD8837ED575}" destId="{38662B6C-BCFE-4C4F-BC47-9A980D582CD4}" srcOrd="1" destOrd="0" presId="urn:microsoft.com/office/officeart/2005/8/layout/orgChart1"/>
    <dgm:cxn modelId="{129A39F0-FF1B-4883-B237-49593B5E698E}" type="presParOf" srcId="{A1000250-37E3-4C85-8A5F-132C8C8101EC}" destId="{87E9AD49-4370-4EE9-87D6-CE9BE053B7F0}" srcOrd="1" destOrd="0" presId="urn:microsoft.com/office/officeart/2005/8/layout/orgChart1"/>
    <dgm:cxn modelId="{A10A2CD7-4BAD-4F53-A57E-D2D5B98FD358}" type="presParOf" srcId="{A1000250-37E3-4C85-8A5F-132C8C8101EC}" destId="{162ED995-9E2E-4CFD-AA72-A349B3C0B67D}" srcOrd="2" destOrd="0" presId="urn:microsoft.com/office/officeart/2005/8/layout/orgChart1"/>
    <dgm:cxn modelId="{E2BF7750-2742-4FA1-8E4B-225978700655}" type="presParOf" srcId="{431F32EF-D86B-4432-BFCC-B10DD5B8CA75}" destId="{B75738E5-7CBE-4FD9-BB32-471C55117008}" srcOrd="2" destOrd="0" presId="urn:microsoft.com/office/officeart/2005/8/layout/orgChart1"/>
    <dgm:cxn modelId="{A27A0057-03FA-400C-A4C9-BEC1E8735ED8}" type="presParOf" srcId="{431F32EF-D86B-4432-BFCC-B10DD5B8CA75}" destId="{97916833-2109-46DC-959F-577638778898}" srcOrd="3" destOrd="0" presId="urn:microsoft.com/office/officeart/2005/8/layout/orgChart1"/>
    <dgm:cxn modelId="{F42D5084-0E27-4D89-9C56-CA947C352A7E}" type="presParOf" srcId="{97916833-2109-46DC-959F-577638778898}" destId="{2871092D-5B8A-43DD-8C2F-5B12DBD7F0D9}" srcOrd="0" destOrd="0" presId="urn:microsoft.com/office/officeart/2005/8/layout/orgChart1"/>
    <dgm:cxn modelId="{9BBBFAA9-FDF7-4B46-A426-D6D1339ED1C1}" type="presParOf" srcId="{2871092D-5B8A-43DD-8C2F-5B12DBD7F0D9}" destId="{07FB75AD-AEE8-4F71-A222-44FB84F9B6CE}" srcOrd="0" destOrd="0" presId="urn:microsoft.com/office/officeart/2005/8/layout/orgChart1"/>
    <dgm:cxn modelId="{06B35B9D-BFB9-4D77-BE22-8007507176D9}" type="presParOf" srcId="{2871092D-5B8A-43DD-8C2F-5B12DBD7F0D9}" destId="{CFB9DE35-1631-4B72-B014-2B1026047663}" srcOrd="1" destOrd="0" presId="urn:microsoft.com/office/officeart/2005/8/layout/orgChart1"/>
    <dgm:cxn modelId="{63BA8F10-2569-44FF-BCA3-32CD966AD9B9}" type="presParOf" srcId="{97916833-2109-46DC-959F-577638778898}" destId="{32DB0389-BD80-4F6C-BF52-F1908D0787FF}" srcOrd="1" destOrd="0" presId="urn:microsoft.com/office/officeart/2005/8/layout/orgChart1"/>
    <dgm:cxn modelId="{1180F622-C1E8-4F35-BA7F-694061BFAE1C}" type="presParOf" srcId="{97916833-2109-46DC-959F-577638778898}" destId="{0662005A-EFC5-487D-B5D9-1073488EB843}" srcOrd="2" destOrd="0" presId="urn:microsoft.com/office/officeart/2005/8/layout/orgChart1"/>
    <dgm:cxn modelId="{1F6463A3-FA6A-4D04-97DD-A5AA18F80A34}" type="presParOf" srcId="{431F32EF-D86B-4432-BFCC-B10DD5B8CA75}" destId="{FF5CC99C-05C3-4B3A-8068-9787A54732E9}" srcOrd="4" destOrd="0" presId="urn:microsoft.com/office/officeart/2005/8/layout/orgChart1"/>
    <dgm:cxn modelId="{629130D7-445A-47D0-8EF4-2665E128F7D2}" type="presParOf" srcId="{431F32EF-D86B-4432-BFCC-B10DD5B8CA75}" destId="{EC3662E4-668D-4A23-9FEC-4BB3ECC5FA28}" srcOrd="5" destOrd="0" presId="urn:microsoft.com/office/officeart/2005/8/layout/orgChart1"/>
    <dgm:cxn modelId="{A9A17CA4-5EB2-49BB-9AC3-B6EE499BC831}" type="presParOf" srcId="{EC3662E4-668D-4A23-9FEC-4BB3ECC5FA28}" destId="{60866622-1398-4B1D-9101-AEA25018E767}" srcOrd="0" destOrd="0" presId="urn:microsoft.com/office/officeart/2005/8/layout/orgChart1"/>
    <dgm:cxn modelId="{C3E23597-290B-44A6-A570-7E801B5DC7BA}" type="presParOf" srcId="{60866622-1398-4B1D-9101-AEA25018E767}" destId="{2DE75C61-B602-4E7C-A740-9464C86C8B6D}" srcOrd="0" destOrd="0" presId="urn:microsoft.com/office/officeart/2005/8/layout/orgChart1"/>
    <dgm:cxn modelId="{2670CBE0-1BEB-4715-8DC6-90299A3147DE}" type="presParOf" srcId="{60866622-1398-4B1D-9101-AEA25018E767}" destId="{E9F035C9-BC96-476D-937C-657795AFA306}" srcOrd="1" destOrd="0" presId="urn:microsoft.com/office/officeart/2005/8/layout/orgChart1"/>
    <dgm:cxn modelId="{D6C1EACE-024D-4EE9-94D7-6C742AB2A84A}" type="presParOf" srcId="{EC3662E4-668D-4A23-9FEC-4BB3ECC5FA28}" destId="{8BC5EC5C-301C-48E6-BAF9-C5C93C5B3A49}" srcOrd="1" destOrd="0" presId="urn:microsoft.com/office/officeart/2005/8/layout/orgChart1"/>
    <dgm:cxn modelId="{423FF8BD-72A8-49C2-AAA9-6C4A30006739}" type="presParOf" srcId="{EC3662E4-668D-4A23-9FEC-4BB3ECC5FA28}" destId="{E04C25F8-498D-45AB-9AAD-647703612433}" srcOrd="2" destOrd="0" presId="urn:microsoft.com/office/officeart/2005/8/layout/orgChart1"/>
    <dgm:cxn modelId="{9368D3F0-44CE-4905-BAFD-E7314ACC3F19}" type="presParOf" srcId="{431F32EF-D86B-4432-BFCC-B10DD5B8CA75}" destId="{2D86882A-8F17-4E76-A2F7-D263EB3C19A3}" srcOrd="6" destOrd="0" presId="urn:microsoft.com/office/officeart/2005/8/layout/orgChart1"/>
    <dgm:cxn modelId="{015B5CE2-8F49-4A1B-9D0F-42786840BBFE}" type="presParOf" srcId="{431F32EF-D86B-4432-BFCC-B10DD5B8CA75}" destId="{E410984B-E33A-4208-88C2-A67A6B75083F}" srcOrd="7" destOrd="0" presId="urn:microsoft.com/office/officeart/2005/8/layout/orgChart1"/>
    <dgm:cxn modelId="{1C0288E4-7083-4502-BC5D-15CBA8E75005}" type="presParOf" srcId="{E410984B-E33A-4208-88C2-A67A6B75083F}" destId="{A0173E36-322B-445A-8272-F01C165D89BC}" srcOrd="0" destOrd="0" presId="urn:microsoft.com/office/officeart/2005/8/layout/orgChart1"/>
    <dgm:cxn modelId="{E182B427-56DD-4AC2-9CD5-6C925630D767}" type="presParOf" srcId="{A0173E36-322B-445A-8272-F01C165D89BC}" destId="{B28300C8-5D52-46EA-B33D-C1C0CF2FCCF1}" srcOrd="0" destOrd="0" presId="urn:microsoft.com/office/officeart/2005/8/layout/orgChart1"/>
    <dgm:cxn modelId="{A723BC8B-AAE5-44FB-B22B-1C0681C5FEE8}" type="presParOf" srcId="{A0173E36-322B-445A-8272-F01C165D89BC}" destId="{527AD8BC-C7EA-4EBD-A19E-42FA21539842}" srcOrd="1" destOrd="0" presId="urn:microsoft.com/office/officeart/2005/8/layout/orgChart1"/>
    <dgm:cxn modelId="{678CDA5F-3A52-452C-98A5-6C7EB569A202}" type="presParOf" srcId="{E410984B-E33A-4208-88C2-A67A6B75083F}" destId="{83EA409A-BD8F-4548-AB25-45D5F08193E5}" srcOrd="1" destOrd="0" presId="urn:microsoft.com/office/officeart/2005/8/layout/orgChart1"/>
    <dgm:cxn modelId="{94246A19-7A8A-423B-858E-E96DACC5FCDB}" type="presParOf" srcId="{E410984B-E33A-4208-88C2-A67A6B75083F}" destId="{623F9125-B3DA-4223-9343-B525634308A2}" srcOrd="2" destOrd="0" presId="urn:microsoft.com/office/officeart/2005/8/layout/orgChart1"/>
    <dgm:cxn modelId="{41CCEB62-C205-4E86-A0A3-B9DED0F338AF}" type="presParOf" srcId="{BD043599-BE65-4391-A6B2-47B7EBF758E5}" destId="{300BD4F5-FEA9-4602-81CF-B80AAD39E11E}" srcOrd="2" destOrd="0" presId="urn:microsoft.com/office/officeart/2005/8/layout/orgChart1"/>
    <dgm:cxn modelId="{E398A726-1D31-4A16-9923-7EA92722267B}" type="presParOf" srcId="{AD2CCDF3-91F0-4D5E-BC95-4CD14F8A2505}" destId="{2E284006-A995-448E-AC24-C5C8D1BB13FD}" srcOrd="10" destOrd="0" presId="urn:microsoft.com/office/officeart/2005/8/layout/orgChart1"/>
    <dgm:cxn modelId="{D0AE46D0-C4AE-4CC8-91C4-B34CB8BCA27F}" type="presParOf" srcId="{AD2CCDF3-91F0-4D5E-BC95-4CD14F8A2505}" destId="{0A23A8FA-F028-46FE-902B-7DB94DF055A8}" srcOrd="11" destOrd="0" presId="urn:microsoft.com/office/officeart/2005/8/layout/orgChart1"/>
    <dgm:cxn modelId="{DDD3DB91-F94B-4B15-A932-5C7FBA585A5D}" type="presParOf" srcId="{0A23A8FA-F028-46FE-902B-7DB94DF055A8}" destId="{33DDE5A2-3CA0-483B-AB88-5C1F9371D1A8}" srcOrd="0" destOrd="0" presId="urn:microsoft.com/office/officeart/2005/8/layout/orgChart1"/>
    <dgm:cxn modelId="{DD0D8938-F812-4C62-B717-25ED62387529}" type="presParOf" srcId="{33DDE5A2-3CA0-483B-AB88-5C1F9371D1A8}" destId="{0AE3D0ED-63D1-4F94-86C6-40747408068F}" srcOrd="0" destOrd="0" presId="urn:microsoft.com/office/officeart/2005/8/layout/orgChart1"/>
    <dgm:cxn modelId="{6DA794D9-3E7D-47E1-A8E4-B9AE7B10D192}" type="presParOf" srcId="{33DDE5A2-3CA0-483B-AB88-5C1F9371D1A8}" destId="{24031AEA-0E78-4F81-BA2E-5063911A5ACF}" srcOrd="1" destOrd="0" presId="urn:microsoft.com/office/officeart/2005/8/layout/orgChart1"/>
    <dgm:cxn modelId="{8874FB28-2D46-4A56-930D-429E63ADD39A}" type="presParOf" srcId="{0A23A8FA-F028-46FE-902B-7DB94DF055A8}" destId="{9895874E-E8DC-43C1-B64D-4CB6EDB50137}" srcOrd="1" destOrd="0" presId="urn:microsoft.com/office/officeart/2005/8/layout/orgChart1"/>
    <dgm:cxn modelId="{065D7202-5890-4441-AECC-1362D878741E}" type="presParOf" srcId="{9895874E-E8DC-43C1-B64D-4CB6EDB50137}" destId="{7FE227FE-0C2F-4A5A-ADC6-81C9230944A9}" srcOrd="0" destOrd="0" presId="urn:microsoft.com/office/officeart/2005/8/layout/orgChart1"/>
    <dgm:cxn modelId="{0B8ECAF7-C00E-4F08-8EBE-FD7D6791963E}" type="presParOf" srcId="{9895874E-E8DC-43C1-B64D-4CB6EDB50137}" destId="{AC2C97A2-11E8-44A6-9845-0913A5390F8F}" srcOrd="1" destOrd="0" presId="urn:microsoft.com/office/officeart/2005/8/layout/orgChart1"/>
    <dgm:cxn modelId="{CDA1F218-CE56-4870-A6EC-DCC7AD6E1B82}" type="presParOf" srcId="{AC2C97A2-11E8-44A6-9845-0913A5390F8F}" destId="{A58A1179-37B1-4037-B686-AF37930E8EF3}" srcOrd="0" destOrd="0" presId="urn:microsoft.com/office/officeart/2005/8/layout/orgChart1"/>
    <dgm:cxn modelId="{7B9E6CD3-2C41-4306-8674-5653EEAAE069}" type="presParOf" srcId="{A58A1179-37B1-4037-B686-AF37930E8EF3}" destId="{3D6272FF-F0EE-4E8A-B2C5-1CD7E1DD1243}" srcOrd="0" destOrd="0" presId="urn:microsoft.com/office/officeart/2005/8/layout/orgChart1"/>
    <dgm:cxn modelId="{1A890C83-33A1-4774-A262-728F2961EC2B}" type="presParOf" srcId="{A58A1179-37B1-4037-B686-AF37930E8EF3}" destId="{0C7AE003-87AD-4C52-92CC-BF5D68F2616A}" srcOrd="1" destOrd="0" presId="urn:microsoft.com/office/officeart/2005/8/layout/orgChart1"/>
    <dgm:cxn modelId="{78AF40E2-C886-4C6A-B8BB-655251BE5B70}" type="presParOf" srcId="{AC2C97A2-11E8-44A6-9845-0913A5390F8F}" destId="{4EC51D6E-54BF-428B-8460-102F742720C4}" srcOrd="1" destOrd="0" presId="urn:microsoft.com/office/officeart/2005/8/layout/orgChart1"/>
    <dgm:cxn modelId="{136ECE77-4F3C-4931-B504-65654F19475D}" type="presParOf" srcId="{AC2C97A2-11E8-44A6-9845-0913A5390F8F}" destId="{DFB79F9C-AC6D-4B3F-920A-7A43ADA8301C}" srcOrd="2" destOrd="0" presId="urn:microsoft.com/office/officeart/2005/8/layout/orgChart1"/>
    <dgm:cxn modelId="{ECA97959-DF33-4DCD-A57A-24A996400973}" type="presParOf" srcId="{9895874E-E8DC-43C1-B64D-4CB6EDB50137}" destId="{29578D9C-2D7B-4EFF-B784-794E6C2AE28B}" srcOrd="2" destOrd="0" presId="urn:microsoft.com/office/officeart/2005/8/layout/orgChart1"/>
    <dgm:cxn modelId="{16757B78-587B-4998-A151-2441547BA5CA}" type="presParOf" srcId="{9895874E-E8DC-43C1-B64D-4CB6EDB50137}" destId="{FFB7C365-0EC1-4910-8E22-156D4584A914}" srcOrd="3" destOrd="0" presId="urn:microsoft.com/office/officeart/2005/8/layout/orgChart1"/>
    <dgm:cxn modelId="{721B1DDE-805F-4E66-8072-1A42807C033E}" type="presParOf" srcId="{FFB7C365-0EC1-4910-8E22-156D4584A914}" destId="{429A0492-1655-4721-B559-1B968417BDE4}" srcOrd="0" destOrd="0" presId="urn:microsoft.com/office/officeart/2005/8/layout/orgChart1"/>
    <dgm:cxn modelId="{6C8D64C1-3082-4992-B3AE-0115B5D2B561}" type="presParOf" srcId="{429A0492-1655-4721-B559-1B968417BDE4}" destId="{37FC7A73-124B-4A72-97DB-104AD65E3C3E}" srcOrd="0" destOrd="0" presId="urn:microsoft.com/office/officeart/2005/8/layout/orgChart1"/>
    <dgm:cxn modelId="{E93ED72C-CC50-4559-9AAB-DFD5B5522CEB}" type="presParOf" srcId="{429A0492-1655-4721-B559-1B968417BDE4}" destId="{6A4D2606-9041-463C-9167-CC4EEF3CDB31}" srcOrd="1" destOrd="0" presId="urn:microsoft.com/office/officeart/2005/8/layout/orgChart1"/>
    <dgm:cxn modelId="{F10C701F-9553-4C78-9C43-9583BA1B1072}" type="presParOf" srcId="{FFB7C365-0EC1-4910-8E22-156D4584A914}" destId="{029EA48D-FC2F-490A-B985-98D3221D9A5F}" srcOrd="1" destOrd="0" presId="urn:microsoft.com/office/officeart/2005/8/layout/orgChart1"/>
    <dgm:cxn modelId="{5DAAD1C9-76F7-4E3B-89FC-A5DEB5FC91F8}" type="presParOf" srcId="{FFB7C365-0EC1-4910-8E22-156D4584A914}" destId="{9E17228D-93C2-4DDE-B47E-63EE44A2E570}" srcOrd="2" destOrd="0" presId="urn:microsoft.com/office/officeart/2005/8/layout/orgChart1"/>
    <dgm:cxn modelId="{7604D061-72AC-496E-A082-92B74F843BF5}" type="presParOf" srcId="{9895874E-E8DC-43C1-B64D-4CB6EDB50137}" destId="{91EDA7FC-C56D-4AEE-8CDC-5557F061ACB5}" srcOrd="4" destOrd="0" presId="urn:microsoft.com/office/officeart/2005/8/layout/orgChart1"/>
    <dgm:cxn modelId="{F4EC662C-D4F6-4F71-A8BA-A5531C617E7B}" type="presParOf" srcId="{9895874E-E8DC-43C1-B64D-4CB6EDB50137}" destId="{756CF440-1DAE-46EC-AFE3-D34193D79B19}" srcOrd="5" destOrd="0" presId="urn:microsoft.com/office/officeart/2005/8/layout/orgChart1"/>
    <dgm:cxn modelId="{CFA7BD99-B56B-4533-8C24-E237DD851877}" type="presParOf" srcId="{756CF440-1DAE-46EC-AFE3-D34193D79B19}" destId="{B5869E6F-4604-4A83-90B1-4034D6B4F67E}" srcOrd="0" destOrd="0" presId="urn:microsoft.com/office/officeart/2005/8/layout/orgChart1"/>
    <dgm:cxn modelId="{C508D1D3-1955-4282-9363-301057C4E398}" type="presParOf" srcId="{B5869E6F-4604-4A83-90B1-4034D6B4F67E}" destId="{50EA0ABD-7269-4351-8053-82F2CAB52513}" srcOrd="0" destOrd="0" presId="urn:microsoft.com/office/officeart/2005/8/layout/orgChart1"/>
    <dgm:cxn modelId="{F15BFAD1-B0EB-4EAA-9976-BD2084EF74BC}" type="presParOf" srcId="{B5869E6F-4604-4A83-90B1-4034D6B4F67E}" destId="{046E7411-FBB8-4115-B452-29C66141EDC5}" srcOrd="1" destOrd="0" presId="urn:microsoft.com/office/officeart/2005/8/layout/orgChart1"/>
    <dgm:cxn modelId="{5CDF3347-6239-4FA3-AEA9-53DD09EA8738}" type="presParOf" srcId="{756CF440-1DAE-46EC-AFE3-D34193D79B19}" destId="{9EAC063C-F287-4BC7-8945-D06934A9A47F}" srcOrd="1" destOrd="0" presId="urn:microsoft.com/office/officeart/2005/8/layout/orgChart1"/>
    <dgm:cxn modelId="{E5F1F1BE-C3B3-42AD-843C-5B935B8F3C36}" type="presParOf" srcId="{756CF440-1DAE-46EC-AFE3-D34193D79B19}" destId="{7534F1CD-7C31-4F76-AD60-02B48A2348AF}" srcOrd="2" destOrd="0" presId="urn:microsoft.com/office/officeart/2005/8/layout/orgChart1"/>
    <dgm:cxn modelId="{DD7F6A65-07D0-4854-876C-6C4394ED1704}" type="presParOf" srcId="{9895874E-E8DC-43C1-B64D-4CB6EDB50137}" destId="{27797F7E-4CE2-49C8-B7DE-124385C1E9EC}" srcOrd="6" destOrd="0" presId="urn:microsoft.com/office/officeart/2005/8/layout/orgChart1"/>
    <dgm:cxn modelId="{6DD3DA2D-71A7-4D13-BB47-B8FD6440449F}" type="presParOf" srcId="{9895874E-E8DC-43C1-B64D-4CB6EDB50137}" destId="{A9729366-0D36-44A4-AF2C-1DE769D603C0}" srcOrd="7" destOrd="0" presId="urn:microsoft.com/office/officeart/2005/8/layout/orgChart1"/>
    <dgm:cxn modelId="{710F2C42-DA7D-4117-AA54-49871E718F97}" type="presParOf" srcId="{A9729366-0D36-44A4-AF2C-1DE769D603C0}" destId="{4CC4F3C3-4839-4E2A-B57D-69A4BEC8337C}" srcOrd="0" destOrd="0" presId="urn:microsoft.com/office/officeart/2005/8/layout/orgChart1"/>
    <dgm:cxn modelId="{C9A5DBEE-96AA-42E1-9AC1-AFE73A3C4328}" type="presParOf" srcId="{4CC4F3C3-4839-4E2A-B57D-69A4BEC8337C}" destId="{25A309EF-5EDD-495D-AA4E-FE3FB2AF020A}" srcOrd="0" destOrd="0" presId="urn:microsoft.com/office/officeart/2005/8/layout/orgChart1"/>
    <dgm:cxn modelId="{B5702DA3-1E20-4858-A701-624E8F69B1CC}" type="presParOf" srcId="{4CC4F3C3-4839-4E2A-B57D-69A4BEC8337C}" destId="{A1CAEBDD-5485-4BEE-858D-602D3ABB64DB}" srcOrd="1" destOrd="0" presId="urn:microsoft.com/office/officeart/2005/8/layout/orgChart1"/>
    <dgm:cxn modelId="{831EB442-612B-4D9A-A35B-E26E3372CE91}" type="presParOf" srcId="{A9729366-0D36-44A4-AF2C-1DE769D603C0}" destId="{1AE187AE-0465-40E1-9DD5-E97750C259D1}" srcOrd="1" destOrd="0" presId="urn:microsoft.com/office/officeart/2005/8/layout/orgChart1"/>
    <dgm:cxn modelId="{2A581617-C826-4C17-BEA4-460F137231C3}" type="presParOf" srcId="{A9729366-0D36-44A4-AF2C-1DE769D603C0}" destId="{35887371-D93F-421A-A18B-AA95EFF86035}" srcOrd="2" destOrd="0" presId="urn:microsoft.com/office/officeart/2005/8/layout/orgChart1"/>
    <dgm:cxn modelId="{F6A0E737-25B1-496E-9B6F-6D72091E838D}" type="presParOf" srcId="{9895874E-E8DC-43C1-B64D-4CB6EDB50137}" destId="{DE6275D1-E3B4-4238-A8BB-462FC0F1A30F}" srcOrd="8" destOrd="0" presId="urn:microsoft.com/office/officeart/2005/8/layout/orgChart1"/>
    <dgm:cxn modelId="{C04C9EB9-4502-4BF1-B4A1-F34786F415F1}" type="presParOf" srcId="{9895874E-E8DC-43C1-B64D-4CB6EDB50137}" destId="{234AA4FB-2BAF-41DF-8F68-B6870A8E30C5}" srcOrd="9" destOrd="0" presId="urn:microsoft.com/office/officeart/2005/8/layout/orgChart1"/>
    <dgm:cxn modelId="{59E66013-982E-4212-8838-F0ED37FFA776}" type="presParOf" srcId="{234AA4FB-2BAF-41DF-8F68-B6870A8E30C5}" destId="{99C3EC55-6F74-4FB5-B367-CFC70B0D2E81}" srcOrd="0" destOrd="0" presId="urn:microsoft.com/office/officeart/2005/8/layout/orgChart1"/>
    <dgm:cxn modelId="{1F35C8B5-5E31-4DBA-B03A-3E7C1A4C3E8D}" type="presParOf" srcId="{99C3EC55-6F74-4FB5-B367-CFC70B0D2E81}" destId="{29314228-F19C-4CFF-823B-35DD7A745421}" srcOrd="0" destOrd="0" presId="urn:microsoft.com/office/officeart/2005/8/layout/orgChart1"/>
    <dgm:cxn modelId="{8222EDE0-5B27-4AD4-8521-C12355C3BCB5}" type="presParOf" srcId="{99C3EC55-6F74-4FB5-B367-CFC70B0D2E81}" destId="{60ACF420-E236-44CF-928F-CA9839CF4369}" srcOrd="1" destOrd="0" presId="urn:microsoft.com/office/officeart/2005/8/layout/orgChart1"/>
    <dgm:cxn modelId="{40CCE489-2D4F-415C-8BC8-6B5D7050184B}" type="presParOf" srcId="{234AA4FB-2BAF-41DF-8F68-B6870A8E30C5}" destId="{EC6F6780-B00D-4261-9EDE-9035C82DE94A}" srcOrd="1" destOrd="0" presId="urn:microsoft.com/office/officeart/2005/8/layout/orgChart1"/>
    <dgm:cxn modelId="{D57C136A-A04A-466C-9AF1-622A49969887}" type="presParOf" srcId="{234AA4FB-2BAF-41DF-8F68-B6870A8E30C5}" destId="{C5109401-4F94-4356-B717-7339361D6921}" srcOrd="2" destOrd="0" presId="urn:microsoft.com/office/officeart/2005/8/layout/orgChart1"/>
    <dgm:cxn modelId="{99445FED-2C6B-4314-B2CA-0792203575C0}" type="presParOf" srcId="{0A23A8FA-F028-46FE-902B-7DB94DF055A8}" destId="{495FA3AF-9DC5-4AF6-8B7E-3818D39F54DB}" srcOrd="2" destOrd="0" presId="urn:microsoft.com/office/officeart/2005/8/layout/orgChart1"/>
    <dgm:cxn modelId="{71552A29-33B6-43CA-9355-04A41F8F61B0}" type="presParOf" srcId="{E16E0BCC-15E1-40A1-B813-A2A299B8CFA4}" destId="{CFBDDD98-E279-40A0-A647-FE7718347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6275D1-E3B4-4238-A8BB-462FC0F1A30F}">
      <dsp:nvSpPr>
        <dsp:cNvPr id="0" name=""/>
        <dsp:cNvSpPr/>
      </dsp:nvSpPr>
      <dsp:spPr>
        <a:xfrm>
          <a:off x="9038598" y="1934709"/>
          <a:ext cx="158190" cy="3409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9884"/>
              </a:lnTo>
              <a:lnTo>
                <a:pt x="158190" y="340988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797F7E-4CE2-49C8-B7DE-124385C1E9EC}">
      <dsp:nvSpPr>
        <dsp:cNvPr id="0" name=""/>
        <dsp:cNvSpPr/>
      </dsp:nvSpPr>
      <dsp:spPr>
        <a:xfrm>
          <a:off x="9038598" y="1934709"/>
          <a:ext cx="203470" cy="28070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7074"/>
              </a:lnTo>
              <a:lnTo>
                <a:pt x="203470" y="280707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EDA7FC-C56D-4AEE-8CDC-5557F061ACB5}">
      <dsp:nvSpPr>
        <dsp:cNvPr id="0" name=""/>
        <dsp:cNvSpPr/>
      </dsp:nvSpPr>
      <dsp:spPr>
        <a:xfrm>
          <a:off x="9038598" y="1934709"/>
          <a:ext cx="171380" cy="2090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0332"/>
              </a:lnTo>
              <a:lnTo>
                <a:pt x="171380" y="209033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78D9C-2D7B-4EFF-B784-794E6C2AE28B}">
      <dsp:nvSpPr>
        <dsp:cNvPr id="0" name=""/>
        <dsp:cNvSpPr/>
      </dsp:nvSpPr>
      <dsp:spPr>
        <a:xfrm>
          <a:off x="9038598" y="1934709"/>
          <a:ext cx="171380" cy="136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01"/>
              </a:lnTo>
              <a:lnTo>
                <a:pt x="171380" y="13631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E227FE-0C2F-4A5A-ADC6-81C9230944A9}">
      <dsp:nvSpPr>
        <dsp:cNvPr id="0" name=""/>
        <dsp:cNvSpPr/>
      </dsp:nvSpPr>
      <dsp:spPr>
        <a:xfrm>
          <a:off x="9038598" y="1934709"/>
          <a:ext cx="171380" cy="635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5871"/>
              </a:lnTo>
              <a:lnTo>
                <a:pt x="171380" y="63587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84006-A995-448E-AC24-C5C8D1BB13FD}">
      <dsp:nvSpPr>
        <dsp:cNvPr id="0" name=""/>
        <dsp:cNvSpPr/>
      </dsp:nvSpPr>
      <dsp:spPr>
        <a:xfrm>
          <a:off x="4947926" y="671023"/>
          <a:ext cx="4500380" cy="751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003"/>
              </a:lnTo>
              <a:lnTo>
                <a:pt x="4500380" y="644003"/>
              </a:lnTo>
              <a:lnTo>
                <a:pt x="4500380" y="75155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86882A-8F17-4E76-A2F7-D263EB3C19A3}">
      <dsp:nvSpPr>
        <dsp:cNvPr id="0" name=""/>
        <dsp:cNvSpPr/>
      </dsp:nvSpPr>
      <dsp:spPr>
        <a:xfrm>
          <a:off x="7799233" y="1934709"/>
          <a:ext cx="171380" cy="2817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7563"/>
              </a:lnTo>
              <a:lnTo>
                <a:pt x="171380" y="281756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5CC99C-05C3-4B3A-8068-9787A54732E9}">
      <dsp:nvSpPr>
        <dsp:cNvPr id="0" name=""/>
        <dsp:cNvSpPr/>
      </dsp:nvSpPr>
      <dsp:spPr>
        <a:xfrm>
          <a:off x="7799233" y="1934709"/>
          <a:ext cx="171380" cy="2090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0332"/>
              </a:lnTo>
              <a:lnTo>
                <a:pt x="171380" y="209033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5738E5-7CBE-4FD9-BB32-471C55117008}">
      <dsp:nvSpPr>
        <dsp:cNvPr id="0" name=""/>
        <dsp:cNvSpPr/>
      </dsp:nvSpPr>
      <dsp:spPr>
        <a:xfrm>
          <a:off x="7799233" y="1934709"/>
          <a:ext cx="171380" cy="136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01"/>
              </a:lnTo>
              <a:lnTo>
                <a:pt x="171380" y="13631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D9EF72-64DF-4159-8B33-45C8C9F551DC}">
      <dsp:nvSpPr>
        <dsp:cNvPr id="0" name=""/>
        <dsp:cNvSpPr/>
      </dsp:nvSpPr>
      <dsp:spPr>
        <a:xfrm>
          <a:off x="7799233" y="1934709"/>
          <a:ext cx="171380" cy="635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5871"/>
              </a:lnTo>
              <a:lnTo>
                <a:pt x="171380" y="63587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AB6254-DD7E-4ABD-8491-603FBBECF064}">
      <dsp:nvSpPr>
        <dsp:cNvPr id="0" name=""/>
        <dsp:cNvSpPr/>
      </dsp:nvSpPr>
      <dsp:spPr>
        <a:xfrm>
          <a:off x="4947926" y="671023"/>
          <a:ext cx="3261015" cy="751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003"/>
              </a:lnTo>
              <a:lnTo>
                <a:pt x="3261015" y="644003"/>
              </a:lnTo>
              <a:lnTo>
                <a:pt x="3261015" y="75155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04E2FE-6D11-4DD9-9B46-BAF073B45806}">
      <dsp:nvSpPr>
        <dsp:cNvPr id="0" name=""/>
        <dsp:cNvSpPr/>
      </dsp:nvSpPr>
      <dsp:spPr>
        <a:xfrm>
          <a:off x="6559868" y="1934709"/>
          <a:ext cx="171380" cy="2090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0332"/>
              </a:lnTo>
              <a:lnTo>
                <a:pt x="171380" y="209033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BBB3CB-8722-4AA5-B548-6E7CDCCC676C}">
      <dsp:nvSpPr>
        <dsp:cNvPr id="0" name=""/>
        <dsp:cNvSpPr/>
      </dsp:nvSpPr>
      <dsp:spPr>
        <a:xfrm>
          <a:off x="6559868" y="1934709"/>
          <a:ext cx="171380" cy="136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01"/>
              </a:lnTo>
              <a:lnTo>
                <a:pt x="171380" y="13631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2F51E-CE79-4A4F-A633-5CA94550A53E}">
      <dsp:nvSpPr>
        <dsp:cNvPr id="0" name=""/>
        <dsp:cNvSpPr/>
      </dsp:nvSpPr>
      <dsp:spPr>
        <a:xfrm>
          <a:off x="6559868" y="1934709"/>
          <a:ext cx="171380" cy="635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5871"/>
              </a:lnTo>
              <a:lnTo>
                <a:pt x="171380" y="63587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4B1598-2190-4C67-98C9-634D043C049F}">
      <dsp:nvSpPr>
        <dsp:cNvPr id="0" name=""/>
        <dsp:cNvSpPr/>
      </dsp:nvSpPr>
      <dsp:spPr>
        <a:xfrm>
          <a:off x="4947926" y="671023"/>
          <a:ext cx="2021650" cy="751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003"/>
              </a:lnTo>
              <a:lnTo>
                <a:pt x="2021650" y="644003"/>
              </a:lnTo>
              <a:lnTo>
                <a:pt x="2021650" y="75155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DCD854-7171-4A3C-92AB-D9C5A4265137}">
      <dsp:nvSpPr>
        <dsp:cNvPr id="0" name=""/>
        <dsp:cNvSpPr/>
      </dsp:nvSpPr>
      <dsp:spPr>
        <a:xfrm>
          <a:off x="5320503" y="1934709"/>
          <a:ext cx="171380" cy="2090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0332"/>
              </a:lnTo>
              <a:lnTo>
                <a:pt x="171380" y="209033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87BF5-9863-42FD-9992-023B85CB2114}">
      <dsp:nvSpPr>
        <dsp:cNvPr id="0" name=""/>
        <dsp:cNvSpPr/>
      </dsp:nvSpPr>
      <dsp:spPr>
        <a:xfrm>
          <a:off x="5320503" y="1934709"/>
          <a:ext cx="171380" cy="136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01"/>
              </a:lnTo>
              <a:lnTo>
                <a:pt x="171380" y="13631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F95C4-381D-4B37-AF11-94DD087B3BC6}">
      <dsp:nvSpPr>
        <dsp:cNvPr id="0" name=""/>
        <dsp:cNvSpPr/>
      </dsp:nvSpPr>
      <dsp:spPr>
        <a:xfrm>
          <a:off x="5320503" y="1934709"/>
          <a:ext cx="171380" cy="635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5871"/>
              </a:lnTo>
              <a:lnTo>
                <a:pt x="171380" y="63587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40BD30-236D-45C3-8534-0B3A61A6F670}">
      <dsp:nvSpPr>
        <dsp:cNvPr id="0" name=""/>
        <dsp:cNvSpPr/>
      </dsp:nvSpPr>
      <dsp:spPr>
        <a:xfrm>
          <a:off x="4947926" y="671023"/>
          <a:ext cx="782285" cy="751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003"/>
              </a:lnTo>
              <a:lnTo>
                <a:pt x="782285" y="644003"/>
              </a:lnTo>
              <a:lnTo>
                <a:pt x="782285" y="75155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58EFFC-2EF1-4522-87F3-0B7755BADCC2}">
      <dsp:nvSpPr>
        <dsp:cNvPr id="0" name=""/>
        <dsp:cNvSpPr/>
      </dsp:nvSpPr>
      <dsp:spPr>
        <a:xfrm>
          <a:off x="4026084" y="2745817"/>
          <a:ext cx="226435" cy="2733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3685"/>
              </a:lnTo>
              <a:lnTo>
                <a:pt x="226435" y="2733685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0630CD-557A-42B4-83B1-1DE840608AA5}">
      <dsp:nvSpPr>
        <dsp:cNvPr id="0" name=""/>
        <dsp:cNvSpPr/>
      </dsp:nvSpPr>
      <dsp:spPr>
        <a:xfrm>
          <a:off x="4026084" y="2745817"/>
          <a:ext cx="226435" cy="200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6455"/>
              </a:lnTo>
              <a:lnTo>
                <a:pt x="226435" y="2006455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D3DE3-E58C-45A4-B484-B174CBD18FD0}">
      <dsp:nvSpPr>
        <dsp:cNvPr id="0" name=""/>
        <dsp:cNvSpPr/>
      </dsp:nvSpPr>
      <dsp:spPr>
        <a:xfrm>
          <a:off x="4026084" y="2745817"/>
          <a:ext cx="226435" cy="1279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9224"/>
              </a:lnTo>
              <a:lnTo>
                <a:pt x="226435" y="127922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66B05B-3169-499A-B0FB-A1957E5871DC}">
      <dsp:nvSpPr>
        <dsp:cNvPr id="0" name=""/>
        <dsp:cNvSpPr/>
      </dsp:nvSpPr>
      <dsp:spPr>
        <a:xfrm>
          <a:off x="4026084" y="2745817"/>
          <a:ext cx="226435" cy="55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1993"/>
              </a:lnTo>
              <a:lnTo>
                <a:pt x="226435" y="55199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B6F56-B7D2-4AE2-BED2-6AE4B26DB58F}">
      <dsp:nvSpPr>
        <dsp:cNvPr id="0" name=""/>
        <dsp:cNvSpPr/>
      </dsp:nvSpPr>
      <dsp:spPr>
        <a:xfrm>
          <a:off x="3251481" y="1934709"/>
          <a:ext cx="1184310" cy="298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425"/>
              </a:lnTo>
              <a:lnTo>
                <a:pt x="1184310" y="191425"/>
              </a:lnTo>
              <a:lnTo>
                <a:pt x="1184310" y="29897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C64FB-D0B3-415D-801C-F347E9BCE420}">
      <dsp:nvSpPr>
        <dsp:cNvPr id="0" name=""/>
        <dsp:cNvSpPr/>
      </dsp:nvSpPr>
      <dsp:spPr>
        <a:xfrm>
          <a:off x="3205761" y="1934709"/>
          <a:ext cx="91440" cy="3798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255"/>
              </a:lnTo>
              <a:lnTo>
                <a:pt x="63460" y="272255"/>
              </a:lnTo>
              <a:lnTo>
                <a:pt x="63460" y="37980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03B8E-567B-47F7-ABF3-44DE948AAD89}">
      <dsp:nvSpPr>
        <dsp:cNvPr id="0" name=""/>
        <dsp:cNvSpPr/>
      </dsp:nvSpPr>
      <dsp:spPr>
        <a:xfrm>
          <a:off x="2029856" y="1934709"/>
          <a:ext cx="1221624" cy="379803"/>
        </a:xfrm>
        <a:custGeom>
          <a:avLst/>
          <a:gdLst/>
          <a:ahLst/>
          <a:cxnLst/>
          <a:rect l="0" t="0" r="0" b="0"/>
          <a:pathLst>
            <a:path>
              <a:moveTo>
                <a:pt x="1221624" y="0"/>
              </a:moveTo>
              <a:lnTo>
                <a:pt x="1221624" y="272255"/>
              </a:lnTo>
              <a:lnTo>
                <a:pt x="0" y="272255"/>
              </a:lnTo>
              <a:lnTo>
                <a:pt x="0" y="37980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65CC5D-8D49-40AC-9310-587ABF8D8592}">
      <dsp:nvSpPr>
        <dsp:cNvPr id="0" name=""/>
        <dsp:cNvSpPr/>
      </dsp:nvSpPr>
      <dsp:spPr>
        <a:xfrm>
          <a:off x="3251481" y="671023"/>
          <a:ext cx="1696444" cy="751551"/>
        </a:xfrm>
        <a:custGeom>
          <a:avLst/>
          <a:gdLst/>
          <a:ahLst/>
          <a:cxnLst/>
          <a:rect l="0" t="0" r="0" b="0"/>
          <a:pathLst>
            <a:path>
              <a:moveTo>
                <a:pt x="1696444" y="0"/>
              </a:moveTo>
              <a:lnTo>
                <a:pt x="1696444" y="644003"/>
              </a:lnTo>
              <a:lnTo>
                <a:pt x="0" y="644003"/>
              </a:lnTo>
              <a:lnTo>
                <a:pt x="0" y="75155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FFC17-409B-40BC-8D35-1B62F36C5C5C}">
      <dsp:nvSpPr>
        <dsp:cNvPr id="0" name=""/>
        <dsp:cNvSpPr/>
      </dsp:nvSpPr>
      <dsp:spPr>
        <a:xfrm>
          <a:off x="106976" y="1934709"/>
          <a:ext cx="171380" cy="42720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2024"/>
              </a:lnTo>
              <a:lnTo>
                <a:pt x="171380" y="427202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ECF77-0155-4D59-AE8F-6B8DAD53F18F}">
      <dsp:nvSpPr>
        <dsp:cNvPr id="0" name=""/>
        <dsp:cNvSpPr/>
      </dsp:nvSpPr>
      <dsp:spPr>
        <a:xfrm>
          <a:off x="106976" y="1934709"/>
          <a:ext cx="171380" cy="3544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44793"/>
              </a:lnTo>
              <a:lnTo>
                <a:pt x="171380" y="354479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173A2D-EC1D-4653-98AB-AB6D87BA3D5B}">
      <dsp:nvSpPr>
        <dsp:cNvPr id="0" name=""/>
        <dsp:cNvSpPr/>
      </dsp:nvSpPr>
      <dsp:spPr>
        <a:xfrm>
          <a:off x="106976" y="1934709"/>
          <a:ext cx="171380" cy="2817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7563"/>
              </a:lnTo>
              <a:lnTo>
                <a:pt x="171380" y="281756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1D1960-1F4F-415B-8D7F-943DF12EF761}">
      <dsp:nvSpPr>
        <dsp:cNvPr id="0" name=""/>
        <dsp:cNvSpPr/>
      </dsp:nvSpPr>
      <dsp:spPr>
        <a:xfrm>
          <a:off x="106976" y="1934709"/>
          <a:ext cx="171380" cy="2090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0332"/>
              </a:lnTo>
              <a:lnTo>
                <a:pt x="171380" y="209033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70266D-C6B2-4916-9027-A09E32DAC1F9}">
      <dsp:nvSpPr>
        <dsp:cNvPr id="0" name=""/>
        <dsp:cNvSpPr/>
      </dsp:nvSpPr>
      <dsp:spPr>
        <a:xfrm>
          <a:off x="106976" y="1934709"/>
          <a:ext cx="171380" cy="136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01"/>
              </a:lnTo>
              <a:lnTo>
                <a:pt x="171380" y="13631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E5E37E-4151-4771-B06C-2E43329DA4D0}">
      <dsp:nvSpPr>
        <dsp:cNvPr id="0" name=""/>
        <dsp:cNvSpPr/>
      </dsp:nvSpPr>
      <dsp:spPr>
        <a:xfrm>
          <a:off x="106976" y="1934709"/>
          <a:ext cx="171380" cy="635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5871"/>
              </a:lnTo>
              <a:lnTo>
                <a:pt x="171380" y="63587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6F807-7FD9-435B-AB7D-766AFE83DAC1}">
      <dsp:nvSpPr>
        <dsp:cNvPr id="0" name=""/>
        <dsp:cNvSpPr/>
      </dsp:nvSpPr>
      <dsp:spPr>
        <a:xfrm>
          <a:off x="516684" y="671023"/>
          <a:ext cx="4431242" cy="751551"/>
        </a:xfrm>
        <a:custGeom>
          <a:avLst/>
          <a:gdLst/>
          <a:ahLst/>
          <a:cxnLst/>
          <a:rect l="0" t="0" r="0" b="0"/>
          <a:pathLst>
            <a:path>
              <a:moveTo>
                <a:pt x="4431242" y="0"/>
              </a:moveTo>
              <a:lnTo>
                <a:pt x="4431242" y="644003"/>
              </a:lnTo>
              <a:lnTo>
                <a:pt x="0" y="644003"/>
              </a:lnTo>
              <a:lnTo>
                <a:pt x="0" y="75155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C36FB-7DCC-4A09-9B1A-2174BE3E7D3A}">
      <dsp:nvSpPr>
        <dsp:cNvPr id="0" name=""/>
        <dsp:cNvSpPr/>
      </dsp:nvSpPr>
      <dsp:spPr>
        <a:xfrm>
          <a:off x="2287414" y="85510"/>
          <a:ext cx="5321024" cy="5855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Fundamentos de métricas y configuración de campañas digitales.</a:t>
          </a:r>
          <a:endParaRPr lang="es-MX" sz="1400" kern="1200" dirty="0"/>
        </a:p>
      </dsp:txBody>
      <dsp:txXfrm>
        <a:off x="2287414" y="85510"/>
        <a:ext cx="5321024" cy="585512"/>
      </dsp:txXfrm>
    </dsp:sp>
    <dsp:sp modelId="{AB6B44D6-5D55-4153-9A09-5F59B4002C25}">
      <dsp:nvSpPr>
        <dsp:cNvPr id="0" name=""/>
        <dsp:cNvSpPr/>
      </dsp:nvSpPr>
      <dsp:spPr>
        <a:xfrm>
          <a:off x="4549" y="1422575"/>
          <a:ext cx="1024268" cy="5121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1" kern="1200" dirty="0"/>
            <a:t>Marketing</a:t>
          </a:r>
          <a:r>
            <a:rPr lang="es-MX" sz="1100" b="1" kern="1200" dirty="0"/>
            <a:t> digital</a:t>
          </a:r>
          <a:endParaRPr lang="es-MX" sz="1100" kern="1200" dirty="0"/>
        </a:p>
      </dsp:txBody>
      <dsp:txXfrm>
        <a:off x="4549" y="1422575"/>
        <a:ext cx="1024268" cy="512134"/>
      </dsp:txXfrm>
    </dsp:sp>
    <dsp:sp modelId="{4ED439FC-29ED-4CA6-BB29-4E81EF5FA919}">
      <dsp:nvSpPr>
        <dsp:cNvPr id="0" name=""/>
        <dsp:cNvSpPr/>
      </dsp:nvSpPr>
      <dsp:spPr>
        <a:xfrm>
          <a:off x="278357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Redes sociales.</a:t>
          </a:r>
        </a:p>
      </dsp:txBody>
      <dsp:txXfrm>
        <a:off x="278357" y="2314513"/>
        <a:ext cx="1024268" cy="512134"/>
      </dsp:txXfrm>
    </dsp:sp>
    <dsp:sp modelId="{16EBE107-EB9F-4265-BDD0-7937840A3CF6}">
      <dsp:nvSpPr>
        <dsp:cNvPr id="0" name=""/>
        <dsp:cNvSpPr/>
      </dsp:nvSpPr>
      <dsp:spPr>
        <a:xfrm>
          <a:off x="278357" y="3041744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Contenido digital.</a:t>
          </a:r>
        </a:p>
      </dsp:txBody>
      <dsp:txXfrm>
        <a:off x="278357" y="3041744"/>
        <a:ext cx="1024268" cy="512134"/>
      </dsp:txXfrm>
    </dsp:sp>
    <dsp:sp modelId="{E107C8CC-F70D-43E7-8A59-F38AAAC0475E}">
      <dsp:nvSpPr>
        <dsp:cNvPr id="0" name=""/>
        <dsp:cNvSpPr/>
      </dsp:nvSpPr>
      <dsp:spPr>
        <a:xfrm>
          <a:off x="278357" y="376897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Publicidad digital</a:t>
          </a:r>
        </a:p>
      </dsp:txBody>
      <dsp:txXfrm>
        <a:off x="278357" y="3768975"/>
        <a:ext cx="1024268" cy="512134"/>
      </dsp:txXfrm>
    </dsp:sp>
    <dsp:sp modelId="{B21D9FDA-AD64-4B4A-936D-FEF21C924203}">
      <dsp:nvSpPr>
        <dsp:cNvPr id="0" name=""/>
        <dsp:cNvSpPr/>
      </dsp:nvSpPr>
      <dsp:spPr>
        <a:xfrm>
          <a:off x="278357" y="449620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Atracción de usuarios </a:t>
          </a:r>
        </a:p>
      </dsp:txBody>
      <dsp:txXfrm>
        <a:off x="278357" y="4496205"/>
        <a:ext cx="1024268" cy="512134"/>
      </dsp:txXfrm>
    </dsp:sp>
    <dsp:sp modelId="{A5A979B2-A7BC-4E31-8EC8-A7F65A4A5885}">
      <dsp:nvSpPr>
        <dsp:cNvPr id="0" name=""/>
        <dsp:cNvSpPr/>
      </dsp:nvSpPr>
      <dsp:spPr>
        <a:xfrm>
          <a:off x="278357" y="5223436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Conversión</a:t>
          </a:r>
        </a:p>
      </dsp:txBody>
      <dsp:txXfrm>
        <a:off x="278357" y="5223436"/>
        <a:ext cx="1024268" cy="512134"/>
      </dsp:txXfrm>
    </dsp:sp>
    <dsp:sp modelId="{09C72F54-11B3-4CEA-A6CB-6494039EDA23}">
      <dsp:nvSpPr>
        <dsp:cNvPr id="0" name=""/>
        <dsp:cNvSpPr/>
      </dsp:nvSpPr>
      <dsp:spPr>
        <a:xfrm>
          <a:off x="278357" y="5950667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Fidelización</a:t>
          </a:r>
        </a:p>
      </dsp:txBody>
      <dsp:txXfrm>
        <a:off x="278357" y="5950667"/>
        <a:ext cx="1024268" cy="512134"/>
      </dsp:txXfrm>
    </dsp:sp>
    <dsp:sp modelId="{01425EE5-0085-4FA0-BB3C-06DB0F874652}">
      <dsp:nvSpPr>
        <dsp:cNvPr id="0" name=""/>
        <dsp:cNvSpPr/>
      </dsp:nvSpPr>
      <dsp:spPr>
        <a:xfrm>
          <a:off x="2739346" y="1422575"/>
          <a:ext cx="1024268" cy="5121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Herramientas analíticas</a:t>
          </a:r>
          <a:endParaRPr lang="es-MX" sz="1100" kern="1200"/>
        </a:p>
      </dsp:txBody>
      <dsp:txXfrm>
        <a:off x="2739346" y="1422575"/>
        <a:ext cx="1024268" cy="512134"/>
      </dsp:txXfrm>
    </dsp:sp>
    <dsp:sp modelId="{EE17038F-5C7D-4D0A-A112-5BC45F5B4B81}">
      <dsp:nvSpPr>
        <dsp:cNvPr id="0" name=""/>
        <dsp:cNvSpPr/>
      </dsp:nvSpPr>
      <dsp:spPr>
        <a:xfrm>
          <a:off x="1517722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Plataformas para analizar datos. </a:t>
          </a:r>
        </a:p>
      </dsp:txBody>
      <dsp:txXfrm>
        <a:off x="1517722" y="2314513"/>
        <a:ext cx="1024268" cy="512134"/>
      </dsp:txXfrm>
    </dsp:sp>
    <dsp:sp modelId="{448F484B-9AAE-4B3B-9C71-5A0271770B1F}">
      <dsp:nvSpPr>
        <dsp:cNvPr id="0" name=""/>
        <dsp:cNvSpPr/>
      </dsp:nvSpPr>
      <dsp:spPr>
        <a:xfrm>
          <a:off x="2757087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Plataformas para visualizar datos. </a:t>
          </a:r>
        </a:p>
      </dsp:txBody>
      <dsp:txXfrm>
        <a:off x="2757087" y="2314513"/>
        <a:ext cx="1024268" cy="512134"/>
      </dsp:txXfrm>
    </dsp:sp>
    <dsp:sp modelId="{69D2A682-8BC1-46B8-93A9-B0672C27531D}">
      <dsp:nvSpPr>
        <dsp:cNvPr id="0" name=""/>
        <dsp:cNvSpPr/>
      </dsp:nvSpPr>
      <dsp:spPr>
        <a:xfrm>
          <a:off x="3923657" y="223368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dirty="0"/>
            <a:t>Ejemplos </a:t>
          </a:r>
          <a:endParaRPr lang="es-MX" sz="1100" kern="1200" dirty="0"/>
        </a:p>
      </dsp:txBody>
      <dsp:txXfrm>
        <a:off x="3923657" y="2233683"/>
        <a:ext cx="1024268" cy="512134"/>
      </dsp:txXfrm>
    </dsp:sp>
    <dsp:sp modelId="{90763E7A-1DF1-4602-8035-A73F2B2D15F6}">
      <dsp:nvSpPr>
        <dsp:cNvPr id="0" name=""/>
        <dsp:cNvSpPr/>
      </dsp:nvSpPr>
      <dsp:spPr>
        <a:xfrm>
          <a:off x="4252519" y="3041744"/>
          <a:ext cx="1024268" cy="5121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Meta</a:t>
          </a:r>
        </a:p>
      </dsp:txBody>
      <dsp:txXfrm>
        <a:off x="4252519" y="3041744"/>
        <a:ext cx="1024268" cy="512134"/>
      </dsp:txXfrm>
    </dsp:sp>
    <dsp:sp modelId="{088E1076-FE12-4E5D-8A0B-5704D1ADD23F}">
      <dsp:nvSpPr>
        <dsp:cNvPr id="0" name=""/>
        <dsp:cNvSpPr/>
      </dsp:nvSpPr>
      <dsp:spPr>
        <a:xfrm>
          <a:off x="4252519" y="3768975"/>
          <a:ext cx="1024268" cy="5121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Instagram</a:t>
          </a:r>
        </a:p>
      </dsp:txBody>
      <dsp:txXfrm>
        <a:off x="4252519" y="3768975"/>
        <a:ext cx="1024268" cy="512134"/>
      </dsp:txXfrm>
    </dsp:sp>
    <dsp:sp modelId="{91EF6D16-83B9-44E9-8D31-478A5DF507F0}">
      <dsp:nvSpPr>
        <dsp:cNvPr id="0" name=""/>
        <dsp:cNvSpPr/>
      </dsp:nvSpPr>
      <dsp:spPr>
        <a:xfrm>
          <a:off x="4252519" y="4496205"/>
          <a:ext cx="1024268" cy="5121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TikTok</a:t>
          </a:r>
        </a:p>
      </dsp:txBody>
      <dsp:txXfrm>
        <a:off x="4252519" y="4496205"/>
        <a:ext cx="1024268" cy="512134"/>
      </dsp:txXfrm>
    </dsp:sp>
    <dsp:sp modelId="{3CC92F4D-FF85-47B7-B1EE-418E7D7D5BDA}">
      <dsp:nvSpPr>
        <dsp:cNvPr id="0" name=""/>
        <dsp:cNvSpPr/>
      </dsp:nvSpPr>
      <dsp:spPr>
        <a:xfrm>
          <a:off x="4252519" y="5223436"/>
          <a:ext cx="1024268" cy="5121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YouTube</a:t>
          </a:r>
        </a:p>
      </dsp:txBody>
      <dsp:txXfrm>
        <a:off x="4252519" y="5223436"/>
        <a:ext cx="1024268" cy="512134"/>
      </dsp:txXfrm>
    </dsp:sp>
    <dsp:sp modelId="{A30A3491-8A58-472B-8DC2-326C89378EAB}">
      <dsp:nvSpPr>
        <dsp:cNvPr id="0" name=""/>
        <dsp:cNvSpPr/>
      </dsp:nvSpPr>
      <dsp:spPr>
        <a:xfrm>
          <a:off x="5218076" y="1422575"/>
          <a:ext cx="1024268" cy="5121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 dirty="0"/>
            <a:t>Audiencias digitales</a:t>
          </a:r>
          <a:endParaRPr lang="es-MX" sz="1100" kern="1200" dirty="0"/>
        </a:p>
      </dsp:txBody>
      <dsp:txXfrm>
        <a:off x="5218076" y="1422575"/>
        <a:ext cx="1024268" cy="512134"/>
      </dsp:txXfrm>
    </dsp:sp>
    <dsp:sp modelId="{D6AC3BE8-F1EC-4DFF-A376-CD613BA55AE4}">
      <dsp:nvSpPr>
        <dsp:cNvPr id="0" name=""/>
        <dsp:cNvSpPr/>
      </dsp:nvSpPr>
      <dsp:spPr>
        <a:xfrm>
          <a:off x="5491884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Tipos de audiencias</a:t>
          </a:r>
        </a:p>
      </dsp:txBody>
      <dsp:txXfrm>
        <a:off x="5491884" y="2314513"/>
        <a:ext cx="1024268" cy="512134"/>
      </dsp:txXfrm>
    </dsp:sp>
    <dsp:sp modelId="{EE6572A9-13CF-4C89-9B21-326857B6568A}">
      <dsp:nvSpPr>
        <dsp:cNvPr id="0" name=""/>
        <dsp:cNvSpPr/>
      </dsp:nvSpPr>
      <dsp:spPr>
        <a:xfrm>
          <a:off x="5491884" y="3041744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Segmentación</a:t>
          </a:r>
        </a:p>
      </dsp:txBody>
      <dsp:txXfrm>
        <a:off x="5491884" y="3041744"/>
        <a:ext cx="1024268" cy="512134"/>
      </dsp:txXfrm>
    </dsp:sp>
    <dsp:sp modelId="{E1894C04-C197-4832-9699-95247623A7F2}">
      <dsp:nvSpPr>
        <dsp:cNvPr id="0" name=""/>
        <dsp:cNvSpPr/>
      </dsp:nvSpPr>
      <dsp:spPr>
        <a:xfrm>
          <a:off x="5491884" y="376897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Parametrización según objetivos. </a:t>
          </a:r>
        </a:p>
      </dsp:txBody>
      <dsp:txXfrm>
        <a:off x="5491884" y="3768975"/>
        <a:ext cx="1024268" cy="512134"/>
      </dsp:txXfrm>
    </dsp:sp>
    <dsp:sp modelId="{F0E34183-AFCF-4A59-898E-5C117B483DC5}">
      <dsp:nvSpPr>
        <dsp:cNvPr id="0" name=""/>
        <dsp:cNvSpPr/>
      </dsp:nvSpPr>
      <dsp:spPr>
        <a:xfrm>
          <a:off x="6457441" y="1422575"/>
          <a:ext cx="1024268" cy="5121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Campañas digitales</a:t>
          </a:r>
          <a:endParaRPr lang="es-MX" sz="1100" kern="1200"/>
        </a:p>
      </dsp:txBody>
      <dsp:txXfrm>
        <a:off x="6457441" y="1422575"/>
        <a:ext cx="1024268" cy="512134"/>
      </dsp:txXfrm>
    </dsp:sp>
    <dsp:sp modelId="{79305C54-5FD0-448F-B1B7-4FD8461DC20D}">
      <dsp:nvSpPr>
        <dsp:cNvPr id="0" name=""/>
        <dsp:cNvSpPr/>
      </dsp:nvSpPr>
      <dsp:spPr>
        <a:xfrm>
          <a:off x="6731249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Orgánicas</a:t>
          </a:r>
        </a:p>
      </dsp:txBody>
      <dsp:txXfrm>
        <a:off x="6731249" y="2314513"/>
        <a:ext cx="1024268" cy="512134"/>
      </dsp:txXfrm>
    </dsp:sp>
    <dsp:sp modelId="{149E07FA-2F2C-446C-86A6-AAF403C355F6}">
      <dsp:nvSpPr>
        <dsp:cNvPr id="0" name=""/>
        <dsp:cNvSpPr/>
      </dsp:nvSpPr>
      <dsp:spPr>
        <a:xfrm>
          <a:off x="6731249" y="3041744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Pagas</a:t>
          </a:r>
        </a:p>
      </dsp:txBody>
      <dsp:txXfrm>
        <a:off x="6731249" y="3041744"/>
        <a:ext cx="1024268" cy="512134"/>
      </dsp:txXfrm>
    </dsp:sp>
    <dsp:sp modelId="{19591AB9-CF54-4C65-A015-1EE523B862D7}">
      <dsp:nvSpPr>
        <dsp:cNvPr id="0" name=""/>
        <dsp:cNvSpPr/>
      </dsp:nvSpPr>
      <dsp:spPr>
        <a:xfrm>
          <a:off x="6731249" y="376897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Mixtas</a:t>
          </a:r>
        </a:p>
      </dsp:txBody>
      <dsp:txXfrm>
        <a:off x="6731249" y="3768975"/>
        <a:ext cx="1024268" cy="512134"/>
      </dsp:txXfrm>
    </dsp:sp>
    <dsp:sp modelId="{D020FBC7-5B46-4AC1-B759-1EA73C0FABAD}">
      <dsp:nvSpPr>
        <dsp:cNvPr id="0" name=""/>
        <dsp:cNvSpPr/>
      </dsp:nvSpPr>
      <dsp:spPr>
        <a:xfrm>
          <a:off x="7696806" y="1422575"/>
          <a:ext cx="1024268" cy="5121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Embudo de conversión</a:t>
          </a:r>
          <a:endParaRPr lang="es-MX" sz="1100" kern="1200"/>
        </a:p>
      </dsp:txBody>
      <dsp:txXfrm>
        <a:off x="7696806" y="1422575"/>
        <a:ext cx="1024268" cy="512134"/>
      </dsp:txXfrm>
    </dsp:sp>
    <dsp:sp modelId="{567F2FE8-B1C5-4784-8807-40F0C688E5EC}">
      <dsp:nvSpPr>
        <dsp:cNvPr id="0" name=""/>
        <dsp:cNvSpPr/>
      </dsp:nvSpPr>
      <dsp:spPr>
        <a:xfrm>
          <a:off x="7970614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Atracción</a:t>
          </a:r>
        </a:p>
      </dsp:txBody>
      <dsp:txXfrm>
        <a:off x="7970614" y="2314513"/>
        <a:ext cx="1024268" cy="512134"/>
      </dsp:txXfrm>
    </dsp:sp>
    <dsp:sp modelId="{07FB75AD-AEE8-4F71-A222-44FB84F9B6CE}">
      <dsp:nvSpPr>
        <dsp:cNvPr id="0" name=""/>
        <dsp:cNvSpPr/>
      </dsp:nvSpPr>
      <dsp:spPr>
        <a:xfrm>
          <a:off x="7970614" y="3041744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Consideración </a:t>
          </a:r>
        </a:p>
      </dsp:txBody>
      <dsp:txXfrm>
        <a:off x="7970614" y="3041744"/>
        <a:ext cx="1024268" cy="512134"/>
      </dsp:txXfrm>
    </dsp:sp>
    <dsp:sp modelId="{2DE75C61-B602-4E7C-A740-9464C86C8B6D}">
      <dsp:nvSpPr>
        <dsp:cNvPr id="0" name=""/>
        <dsp:cNvSpPr/>
      </dsp:nvSpPr>
      <dsp:spPr>
        <a:xfrm>
          <a:off x="7970614" y="376897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Conversión.</a:t>
          </a:r>
        </a:p>
      </dsp:txBody>
      <dsp:txXfrm>
        <a:off x="7970614" y="3768975"/>
        <a:ext cx="1024268" cy="512134"/>
      </dsp:txXfrm>
    </dsp:sp>
    <dsp:sp modelId="{B28300C8-5D52-46EA-B33D-C1C0CF2FCCF1}">
      <dsp:nvSpPr>
        <dsp:cNvPr id="0" name=""/>
        <dsp:cNvSpPr/>
      </dsp:nvSpPr>
      <dsp:spPr>
        <a:xfrm>
          <a:off x="7970614" y="449620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Fidelización</a:t>
          </a:r>
        </a:p>
      </dsp:txBody>
      <dsp:txXfrm>
        <a:off x="7970614" y="4496205"/>
        <a:ext cx="1024268" cy="512134"/>
      </dsp:txXfrm>
    </dsp:sp>
    <dsp:sp modelId="{0AE3D0ED-63D1-4F94-86C6-40747408068F}">
      <dsp:nvSpPr>
        <dsp:cNvPr id="0" name=""/>
        <dsp:cNvSpPr/>
      </dsp:nvSpPr>
      <dsp:spPr>
        <a:xfrm>
          <a:off x="8936172" y="1422575"/>
          <a:ext cx="1024268" cy="5121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Métricas y KPI</a:t>
          </a:r>
          <a:endParaRPr lang="es-MX" sz="1100" kern="1200"/>
        </a:p>
      </dsp:txBody>
      <dsp:txXfrm>
        <a:off x="8936172" y="1422575"/>
        <a:ext cx="1024268" cy="512134"/>
      </dsp:txXfrm>
    </dsp:sp>
    <dsp:sp modelId="{3D6272FF-F0EE-4E8A-B2C5-1CD7E1DD1243}">
      <dsp:nvSpPr>
        <dsp:cNvPr id="0" name=""/>
        <dsp:cNvSpPr/>
      </dsp:nvSpPr>
      <dsp:spPr>
        <a:xfrm>
          <a:off x="9209979" y="2314513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Evaluación de objetivos</a:t>
          </a:r>
        </a:p>
      </dsp:txBody>
      <dsp:txXfrm>
        <a:off x="9209979" y="2314513"/>
        <a:ext cx="1024268" cy="512134"/>
      </dsp:txXfrm>
    </dsp:sp>
    <dsp:sp modelId="{37FC7A73-124B-4A72-97DB-104AD65E3C3E}">
      <dsp:nvSpPr>
        <dsp:cNvPr id="0" name=""/>
        <dsp:cNvSpPr/>
      </dsp:nvSpPr>
      <dsp:spPr>
        <a:xfrm>
          <a:off x="9209979" y="3041744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Alcance</a:t>
          </a:r>
        </a:p>
      </dsp:txBody>
      <dsp:txXfrm>
        <a:off x="9209979" y="3041744"/>
        <a:ext cx="1024268" cy="512134"/>
      </dsp:txXfrm>
    </dsp:sp>
    <dsp:sp modelId="{50EA0ABD-7269-4351-8053-82F2CAB52513}">
      <dsp:nvSpPr>
        <dsp:cNvPr id="0" name=""/>
        <dsp:cNvSpPr/>
      </dsp:nvSpPr>
      <dsp:spPr>
        <a:xfrm>
          <a:off x="9209979" y="3768975"/>
          <a:ext cx="1024268" cy="5121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i="1" kern="1200"/>
            <a:t>Engagement</a:t>
          </a:r>
          <a:endParaRPr lang="es-MX" sz="1100" kern="1200"/>
        </a:p>
      </dsp:txBody>
      <dsp:txXfrm>
        <a:off x="9209979" y="3768975"/>
        <a:ext cx="1024268" cy="512134"/>
      </dsp:txXfrm>
    </dsp:sp>
    <dsp:sp modelId="{25A309EF-5EDD-495D-AA4E-FE3FB2AF020A}">
      <dsp:nvSpPr>
        <dsp:cNvPr id="0" name=""/>
        <dsp:cNvSpPr/>
      </dsp:nvSpPr>
      <dsp:spPr>
        <a:xfrm>
          <a:off x="9242069" y="4496205"/>
          <a:ext cx="1122373" cy="4911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Tasa de conversión</a:t>
          </a:r>
        </a:p>
      </dsp:txBody>
      <dsp:txXfrm>
        <a:off x="9242069" y="4496205"/>
        <a:ext cx="1122373" cy="491157"/>
      </dsp:txXfrm>
    </dsp:sp>
    <dsp:sp modelId="{29314228-F19C-4CFF-823B-35DD7A745421}">
      <dsp:nvSpPr>
        <dsp:cNvPr id="0" name=""/>
        <dsp:cNvSpPr/>
      </dsp:nvSpPr>
      <dsp:spPr>
        <a:xfrm>
          <a:off x="9196788" y="5130601"/>
          <a:ext cx="1242786" cy="4279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Valor del cliente (CLV).</a:t>
          </a:r>
        </a:p>
      </dsp:txBody>
      <dsp:txXfrm>
        <a:off x="9196788" y="5130601"/>
        <a:ext cx="1242786" cy="427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91D0-27FA-F0E4-279B-90625B550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E4F8D-6C3A-DC54-7831-3C1475AD9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AA492-698C-5C5F-516B-893DA73B3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DCCF8-206D-CA38-5212-1BECD763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60D98-1BC8-0438-E74D-CA9BD1AE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18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0671-02AE-3226-46EB-EAE51BAC5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2938-C6F9-B404-46F1-7F2E401D0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DF182-34B8-E5E6-D175-4EA5E100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83EB9-5F93-19F8-567E-C6B952C1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D397-52AF-2956-C770-1F76F868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481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E62C-8F3C-752F-E237-7DDDD307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E1772-6E5D-2B6D-4658-1D498F099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2930C-5C7B-26B8-BF24-40717CCB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9B07E-032A-6997-CF1E-0303DD88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E5C4-8053-44E3-4979-08BBD299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721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FC5B-6A34-41E6-71AF-6EDCF79F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55D9-234F-DF82-C322-81C82FB3A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E14CA-FD48-AEFB-5884-8E46357D8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08668-1BE1-275F-1FA1-D2041F0D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2B4A9-F889-CD04-41B7-3D9F3FD1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485DF-B825-106A-A53A-DE7C3596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33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EEED-DFAD-CAB2-A173-843B84307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9323D-F939-0C27-197C-0B0A40344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43E55-327E-B46A-2B1F-B673D556F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9E011-0355-8B24-09B4-7D7741126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172BD-F9B5-86C9-4FAD-DC8D8185B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69B69-C831-EDE8-D7E1-53A6AC2B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57523-3ED3-63A7-1269-7CAB19DC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AB77D-94F2-56A2-4E80-E7CFA2B5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577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9A3A-1A7E-9A50-D67F-D5EC4294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0C73C-D5C2-9521-7218-09E428F2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15196-E7EC-6F59-9AD6-970B0104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30C23-A59E-D771-81BD-C37C0651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175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39D4D-7A5D-2DF4-43C3-C1E46322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95BA4-F0AF-B8C5-F547-6398AF8C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8405A-4B76-31F4-6A81-3DFE8A96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70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8FA4-954B-0AC8-2B27-617430D4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F3051-3381-916F-97E0-3E212D77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0FA38-508C-AE2F-54AF-EC3753FC1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17F68-D34D-9AF5-F079-A32EA942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F8826-EB52-3A19-2E58-2C36F74A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FA175-E60A-005E-F32D-B9396F74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53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A280-A7A0-6AE6-D986-7F3934AF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6A267-A17F-DF7B-AF2D-27294520F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0EFAF-2308-B623-230D-72BFBE1C2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AAD2B-2D0D-2ACC-AE0F-A89A8EDBD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46FA2-60C6-3263-A3DF-1C8D59CD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955F2-0B3E-5518-8232-42D01699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5327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83C8-0128-54E3-1BE9-F6738FA5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A6B7-4359-A2BA-154D-9D6828A7E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2B49-1478-5B39-E647-D676E7B1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447F6-393E-C484-4AC3-5E58BE29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6BDB5-C641-6B84-E906-C8E3F5AD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746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376FC-C0EF-3907-2F7D-D096E1121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A3516-E39F-36AA-8D2A-CA0312E3B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883F3-DD0B-8044-64D0-A5D36722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94026-82B6-2DCA-C882-484CDDAA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C5FD0-48C8-8DE9-998D-19FBA117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39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2FB19-A8C7-82A3-3997-A1EFB710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11C2-54C6-15CA-F2BA-455D92E19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A8D3-BE81-C86D-C254-0362DC59D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A9CEC-6EEA-4D0B-B1EC-E26C48E1B33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18AC6-C8C7-66F3-009C-E069C76A6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AA392-2F0B-E364-69CE-58CFCF248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4197C-3B13-41B5-8785-628C0AEC61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73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C02BB97-1550-7200-AB65-0E3CDE665F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952049"/>
              </p:ext>
            </p:extLst>
          </p:nvPr>
        </p:nvGraphicFramePr>
        <p:xfrm>
          <a:off x="1148079" y="0"/>
          <a:ext cx="10439575" cy="6920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0857AF-36AB-D670-FA4E-D2D0A82CD081}"/>
              </a:ext>
            </a:extLst>
          </p:cNvPr>
          <p:cNvSpPr txBox="1"/>
          <p:nvPr/>
        </p:nvSpPr>
        <p:spPr>
          <a:xfrm>
            <a:off x="1456998" y="1916729"/>
            <a:ext cx="1478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incluye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DDDE9-E4A6-FE07-CEF8-AB34518829DF}"/>
              </a:ext>
            </a:extLst>
          </p:cNvPr>
          <p:cNvSpPr txBox="1"/>
          <p:nvPr/>
        </p:nvSpPr>
        <p:spPr>
          <a:xfrm>
            <a:off x="3434258" y="1892671"/>
            <a:ext cx="1286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incluyen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D710A-1051-D87F-D2C2-3E024DB52988}"/>
              </a:ext>
            </a:extLst>
          </p:cNvPr>
          <p:cNvSpPr txBox="1"/>
          <p:nvPr/>
        </p:nvSpPr>
        <p:spPr>
          <a:xfrm rot="16200000">
            <a:off x="4427561" y="3580944"/>
            <a:ext cx="1257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como: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3239E0-996E-3CD3-C7F5-8D22103917F0}"/>
              </a:ext>
            </a:extLst>
          </p:cNvPr>
          <p:cNvSpPr txBox="1"/>
          <p:nvPr/>
        </p:nvSpPr>
        <p:spPr>
          <a:xfrm>
            <a:off x="6423136" y="1979326"/>
            <a:ext cx="1286203" cy="27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200" b="1" dirty="0"/>
              <a:t>comprenden</a:t>
            </a:r>
            <a:endParaRPr lang="es-MX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DC3F2-0D18-FD97-FD80-55A8568B3043}"/>
              </a:ext>
            </a:extLst>
          </p:cNvPr>
          <p:cNvSpPr txBox="1"/>
          <p:nvPr/>
        </p:nvSpPr>
        <p:spPr>
          <a:xfrm>
            <a:off x="7709339" y="1947794"/>
            <a:ext cx="109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pueden 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564DC-9CF6-6783-9B4F-350F6D490684}"/>
              </a:ext>
            </a:extLst>
          </p:cNvPr>
          <p:cNvSpPr txBox="1"/>
          <p:nvPr/>
        </p:nvSpPr>
        <p:spPr>
          <a:xfrm>
            <a:off x="8995542" y="1938805"/>
            <a:ext cx="889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etapas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F7D074-3087-7776-2618-AC5854BCE246}"/>
              </a:ext>
            </a:extLst>
          </p:cNvPr>
          <p:cNvSpPr txBox="1"/>
          <p:nvPr/>
        </p:nvSpPr>
        <p:spPr>
          <a:xfrm>
            <a:off x="10218683" y="1934867"/>
            <a:ext cx="60933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permiten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C55730-640F-564F-03E1-F4F53DAE05E5}"/>
              </a:ext>
            </a:extLst>
          </p:cNvPr>
          <p:cNvSpPr txBox="1"/>
          <p:nvPr/>
        </p:nvSpPr>
        <p:spPr>
          <a:xfrm>
            <a:off x="5312982" y="789231"/>
            <a:ext cx="29415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O" b="1" dirty="0"/>
              <a:t>a través de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33538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81D6BD42E8DF4C91013959704817E1" ma:contentTypeVersion="15" ma:contentTypeDescription="Crear nuevo documento." ma:contentTypeScope="" ma:versionID="bf4f72ffd194f0963ff564daca6869f7">
  <xsd:schema xmlns:xsd="http://www.w3.org/2001/XMLSchema" xmlns:xs="http://www.w3.org/2001/XMLSchema" xmlns:p="http://schemas.microsoft.com/office/2006/metadata/properties" xmlns:ns2="13c90a0b-73bc-4dc0-be5f-28d77b615beb" xmlns:ns3="13c93bba-48ce-428c-bfe5-88b42c19b028" targetNamespace="http://schemas.microsoft.com/office/2006/metadata/properties" ma:root="true" ma:fieldsID="8718d6f4873a5b1392a45044efa78385" ns2:_="" ns3:_="">
    <xsd:import namespace="13c90a0b-73bc-4dc0-be5f-28d77b615beb"/>
    <xsd:import namespace="13c93bba-48ce-428c-bfe5-88b42c19b0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0a0b-73bc-4dc0-be5f-28d77b615b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42ca037-5d13-4729-aeec-4237f141d2d6}" ma:internalName="TaxCatchAll" ma:showField="CatchAllData" ma:web="13c90a0b-73bc-4dc0-be5f-28d77b615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3bba-48ce-428c-bfe5-88b42c19b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c90a0b-73bc-4dc0-be5f-28d77b615beb" xsi:nil="true"/>
    <lcf76f155ced4ddcb4097134ff3c332f xmlns="13c93bba-48ce-428c-bfe5-88b42c19b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316D911-DE69-45A2-BEEB-666C815EFE5C}"/>
</file>

<file path=customXml/itemProps2.xml><?xml version="1.0" encoding="utf-8"?>
<ds:datastoreItem xmlns:ds="http://schemas.openxmlformats.org/officeDocument/2006/customXml" ds:itemID="{F75C1203-25EE-4DE5-9439-9DEB6F187B30}"/>
</file>

<file path=customXml/itemProps3.xml><?xml version="1.0" encoding="utf-8"?>
<ds:datastoreItem xmlns:ds="http://schemas.openxmlformats.org/officeDocument/2006/customXml" ds:itemID="{25CBAA8E-E6C9-4654-B846-94EF0D9F87C7}"/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93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 Moya</dc:creator>
  <cp:lastModifiedBy>Paola Moya</cp:lastModifiedBy>
  <cp:revision>1</cp:revision>
  <dcterms:created xsi:type="dcterms:W3CDTF">2026-05-29T22:26:08Z</dcterms:created>
  <dcterms:modified xsi:type="dcterms:W3CDTF">2026-05-29T22:47:24Z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0x0101006A81D6BD42E8DF4C91013959704817E1</vt:lpwstr>
  </property>
</Properties>
</file>